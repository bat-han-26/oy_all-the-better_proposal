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올더베러_월별_실행캘린더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04" y="0"/>
            <a:ext cx="1180768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올더베러_견적서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3678" y="0"/>
            <a:ext cx="676433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