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360152" cy="5907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8961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인스타·유튜브 80만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18</a:t>
                      </a:r>
                    </a:p>
                  </a:txBody>
                  <a:tcPr marL="50800" marR="50800" marT="12700" marB="12700" anchor="ctr">
                    <a:solidFill>
                      <a:srgbClr val="A9A9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17</a:t>
                      </a:r>
                    </a:p>
                  </a:txBody>
                  <a:tcPr marL="50800" marR="50800" marT="12700" marB="12700" anchor="ctr">
                    <a:solidFill>
                      <a:srgbClr val="AEAE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28</a:t>
                      </a:r>
                    </a:p>
                  </a:txBody>
                  <a:tcPr marL="50800" marR="50800" marT="12700" marB="12700" anchor="ctr">
                    <a:solidFill>
                      <a:srgbClr val="7979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 marL="50800" marR="50800" marT="12700" marB="12700" anchor="ctr">
                    <a:solidFill>
                      <a:srgbClr val="6666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22</a:t>
                      </a:r>
                    </a:p>
                  </a:txBody>
                  <a:tcPr marL="50800" marR="50800" marT="12700" marB="12700" anchor="ctr">
                    <a:solidFill>
                      <a:srgbClr val="A7A7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9B9B9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AFAF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8787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36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175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10만 상당·자체 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60만~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탑500·로200만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25만~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자체 제작(편)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제작(●=진행)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 (자체 비용 0)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97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47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78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88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415건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65683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※ 셀 음영이 진할수록 물량 多 · KOL 무가시딩·어필리에이트는 올영 부담/무가로 자체 비용 0 · 퍼포먼스 매체는 별도(별첨)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작성일 2026.06.14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960120"/>
          <a:ext cx="108813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/>
                <a:gridCol w="1371600"/>
                <a:gridCol w="1554480"/>
                <a:gridCol w="182880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프로젝트 대행료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기획·운영비 (수수료 · 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포함)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83,600,000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175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  *자체 비용 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무가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5,400,000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(탑1·로2)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500/200만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9,000,000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  *올영 부담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355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· 프로젝트 대행료 10%(2,500만), 차액은 제작비(KV·콘텐츠 제작)에 반영 · 공급가액 2.5억은 콘텐츠·시딩·바이럴·제작·대행 운영분</a:t>
            </a:r>
          </a:p>
          <a:p>
            <a:r>
              <a:rPr sz="850">
                <a:solidFill>
                  <a:srgbClr val="707070"/>
                </a:solidFill>
                <a:latin typeface="맑은 고딕"/>
              </a:rPr>
              <a:t>· 퍼포먼스 매체 운영(PA·올영 인앱)은 별도 산정(별첨) · KOL 무가시딩·어필리에이트는 올영 부담/무가로 0원 · 단가는 인스타·유튜브 기준, X 별도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