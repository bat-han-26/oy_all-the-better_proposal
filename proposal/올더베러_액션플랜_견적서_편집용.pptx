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8·11·12월 집중 운영 · 퍼포먼스 매체는 별도(별첨)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작성일 2026.06.14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66,800,000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249,500,000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24,950,000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274,450,000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대행료 항목 제외(나노 시딩에 반영) · 파워페이지 건당 800,000원(제작비에서 충당) · EGC 건당 1,500,000원 · 공급가액 2.5억 이내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인플루언서 단가는 인스타·유튜브 기준, X(트위터)는 별도 단가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