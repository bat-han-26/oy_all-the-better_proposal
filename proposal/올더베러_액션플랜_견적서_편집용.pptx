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</a:rPr>
              <a:t>월별 실행 캘린더 · 액션플랜</a:t>
            </a:r>
          </a:p>
          <a:p>
            <a:r>
              <a:rPr sz="1100">
                <a:solidFill>
                  <a:srgbClr val="707070"/>
                </a:solidFill>
                <a:latin typeface="맑은 고딕"/>
              </a:rPr>
              <a:t>8·11·12월 집중 · 항목별 진행 건수(건당 비용) · 잔여 예산은 마이크로/나노 시딩 재배분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60120"/>
          <a:ext cx="10360152" cy="5907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89611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PHASE 1 · 빠른 반응 확보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PHASE 2 · 대표성 확장</a:t>
                      </a:r>
                    </a:p>
                  </a:txBody>
                  <a:tcPr marL="50800" marR="50800" marT="12700" marB="12700" anchor="ctr">
                    <a:solidFill>
                      <a:srgbClr val="70707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 (건당 비용)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7월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8월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9월세일 사전부스팅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세일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10월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11월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블프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12월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세일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</a:tr>
              <a:tr h="310896">
                <a:tc gridSpan="8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크리에이터 시딩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800,000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400,000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B7B7B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9F9F9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B7B7B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6F6F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250,000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B5B5B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50800" marR="50800" marT="12700" marB="12700" anchor="ctr">
                    <a:solidFill>
                      <a:srgbClr val="A2A2A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B5B5B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8F8F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7D7D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175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100,000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X(트위터) 시딩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500,000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 gridSpan="8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콘텐츠 · 바이럴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600,000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5,000,000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250,000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1,500,000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 gridSpan="8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제작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KV·디자인·영상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상시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 gridSpan="8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기타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올영 쇼핑 큐레이터·누적 (명)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E3E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C7C7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50800" marR="50800" marT="12700" marB="12700" anchor="ctr">
                    <a:solidFill>
                      <a:srgbClr val="8F8F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73737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누적60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55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415건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월 예산 비중 / 금액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2,500만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5,000만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5,000만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2,500만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18%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4,500만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22%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5,500만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100%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2.5억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656832"/>
            <a:ext cx="11247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707070"/>
                </a:solidFill>
                <a:latin typeface="맑은 고딕"/>
              </a:rPr>
              <a:t>※ 셀 음영이 진할수록 물량 多 · KOL 무가시딩·어필리에이트는 올영 부담/무가로 자체 비용 0 · 퍼포먼스 매체는 별도(별첨)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</a:rPr>
              <a:t>견적서 (Quotation)</a:t>
            </a:r>
          </a:p>
          <a:p>
            <a:r>
              <a:rPr sz="1100">
                <a:solidFill>
                  <a:srgbClr val="707070"/>
                </a:solidFill>
                <a:latin typeface="맑은 고딕"/>
              </a:rPr>
              <a:t>올리브영 PB 올더베러 브랜드 빌딩 캠페인 · 작성일 2026.06.14 · 단위 원(VAT 별도)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960120"/>
          <a:ext cx="10881360" cy="5184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26480"/>
                <a:gridCol w="1371600"/>
                <a:gridCol w="1554480"/>
                <a:gridCol w="1828800"/>
              </a:tblGrid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세부 항목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수량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단가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금액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</a:tr>
              <a:tr h="246888">
                <a:tc gridSpan="4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프로젝트 대행료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기획·운영비 (수수료 · 10%)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1식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4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제작비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KV·디자인·영상·콘텐츠 제작 (EGC 제외)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1식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68,600,000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1,500,000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4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크리에이터 시딩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매크로 (인스타·유튜브)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800,000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12,000,000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400,000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60,000,000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175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43,750,000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  *자체 비용 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무가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70707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X (트위터) 시딩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7,500,000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4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콘텐츠 · 바이럴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 콘텐츠 바이럴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600,000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5,400,000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 (탑1·로2)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500/200만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9,000,000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3,750,000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4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기타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 (올영 쇼핑 큐레이터)  *올영 부담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누적 60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70707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3"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공급가액 소계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</a:rPr>
                        <a:t>250,000,000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3"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부가가치세 (10%)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</a:rPr>
                        <a:t>25,000,000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3"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합계 금액 (VAT 포함)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275,000,000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63550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707070"/>
                </a:solidFill>
                <a:latin typeface="맑은 고딕"/>
              </a:rPr>
              <a:t>· 프로젝트 대행료 10%(2,500만), 차액은 제작비에 반영 · EGC 콘텐츠는 건당 1,500,000원 별도 산정 · 공급가액 2.5억(VAT 별도)</a:t>
            </a:r>
          </a:p>
          <a:p>
            <a:r>
              <a:rPr sz="850">
                <a:solidFill>
                  <a:srgbClr val="707070"/>
                </a:solidFill>
                <a:latin typeface="맑은 고딕"/>
              </a:rPr>
              <a:t>· 퍼포먼스 매체 운영(PA·올영 인앱)은 별도 산정(별첨) · KOL 무가시딩·어필리에이트는 올영 부담/무가로 0원 · 단가는 인스타·유튜브 기준, X 별도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