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360152" cy="590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8961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B2B2B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9898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B2B2B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E7E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6464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275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600,000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515건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65683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※ 셀 음영이 진할수록 물량 多 · 8·11·12월 집중 운영 · 퍼포먼스 매체는 별도(별첨)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작성일 2026.06.14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60120"/>
          <a:ext cx="108813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1371600"/>
                <a:gridCol w="1554480"/>
                <a:gridCol w="182880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68,600,000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275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68,750,000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5,400,000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262,000,000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26,200,000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288,200,000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355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· 프로젝트 대행료 항목 제외, 해당 예산(2,500만)은 크리에이터 나노 시딩에 반영 · EGC 콘텐츠는 건당 1,500,000원 별도 산정</a:t>
            </a:r>
          </a:p>
          <a:p>
            <a:r>
              <a:rPr sz="850">
                <a:solidFill>
                  <a:srgbClr val="707070"/>
                </a:solidFill>
                <a:latin typeface="맑은 고딕"/>
              </a:rPr>
              <a:t>· 퍼포먼스 매체 운영(PA·올영 인앱)은 별도 산정(별첨) · 인플루언서 단가는 인스타·유튜브 기준, X(트위터)는 별도 단가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