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16352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올리브영 플랫폼 PB 마케팅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맑은 고딕"/>
              </a:rPr>
              <a:t>올더베러(All the Better) 브랜드 빌딩 캠페인</a:t>
            </a:r>
          </a:p>
          <a:p>
            <a:r>
              <a:rPr sz="1500" b="0">
                <a:solidFill>
                  <a:srgbClr val="C9C9C9"/>
                </a:solidFill>
                <a:latin typeface="맑은 고딕"/>
              </a:rPr>
              <a:t>“팔리는 브랜드를, 빅 프로모션의 주인공으로”</a:t>
            </a:r>
          </a:p>
          <a:p>
            <a:r>
              <a:rPr sz="1300" b="0">
                <a:solidFill>
                  <a:srgbClr val="C9C9C9"/>
                </a:solidFill>
                <a:latin typeface="맑은 고딕"/>
              </a:rPr>
              <a:t>캠페인 예산 2.5억 원 · 기간 2026.07.01 ~ 12.31 (6개월)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</a:rPr>
              <a:t>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여는 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올리브영, 올더베러로 또 한번의 기네스 매출을 달성하다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1018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6개월의 진짜 승부처는 단 두 번 — 9월·12월 올영세일. 같은 매대·할인·진열 앞에서 수백만 명의 손이 어느 브랜드로 향하는가, 그 선택이 랭킹을 가른다.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올더베러는 이미 그 매대 위에 있다. 웰니스 매출 상위, 구매 후 평균 3~4개 추가 구매. 제품·가격 무기는 이미 손에 있다.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비어 있는 것은 단 하나 — 세일이 열리는 순간 ‘올더베러’를 먼저 떠올리고 망설임 없이 집어들 이유.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이 제안서는 그 하나를 채운다. ‘채움’ 키워드를 새기고, 올리브영 채널 전체를 광고 매체로 활용해 세일 폭발 지점에 화력을 집중한다.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486400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팔리는 브랜드를, 빅 프로모션의 주인공으로.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목차 (INDEX)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RFP / Campaign Brief 재해석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00. 우리가 이해한 과제 (재해석) — RFP↔제안 매핑 · 한 장 요약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01. Strategy — 진단 · 경쟁 · 미션 · 시그니처 키워드 · 4-STEP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02. Product &amp; Message — 타겟 · 위계 · 제품 우선순위 · RTB · VOC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03. Seeding Content — 시딩 1순위 · 크리에이터 · 콘텐츠 앵글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04. Performance Boost — 콘텐츠+퍼포 · KV/영상 · LMF · 인앱 · CRM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05. Operation — 로드맵 · KPI&amp;예산 · 심의 · 리포팅 · TF · 리스크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PART 06. Why Us — 요약 · 레퍼런스 · BAT 강점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올더베러는 안 팔리는 브랜드가 아닙니다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① · 진짜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“안 팔려서가 아니라, 기억에 안 남아서 1위가 아니다.”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올리브베러 오프라인 매출 상위 30개 중 절반 이상이 웰니스샷·구미류 = 이미 팔리고 있다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구매 고객은 평균 3~4개 타 브랜드를 추가 구매하는 게이트웨이 = 접점 전환은 이미 성공 (팩트 체크 필요)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그러나 ‘올더베러’ 검색량은 월 약 3,000건 — 소비자는 의도적으로 찾지 않는다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문제는 ‘이름으로’ 선택하지 않는다는 것. 매대에서 집어도 ‘올더베러를 선택했다’는 기억으로 저장되지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RFP 요건 ↔ 본 제안 매핑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① · 요건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886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RFP 요건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본 제안 대응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브랜드 포지셔닝(중장기 안착)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01 진단·전략 → PART 05 로드맵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옴니채널 프로그램 믹스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03~04 (올리브영=미디어 중심)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메인 상품 RTB 정교화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02 제품별 RTB &amp; 메시지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對고객 적중률 높은 상품단 메시지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버벌 시스템 + 소비자 언어 전환표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제품 영상·바이럴 앵글(레퍼런스 중심)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03~04 콘텐츠/영상 솔루션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견적: 전체 투입비 대비 수수료율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05 견적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평가: 이해·채널·크리에이티브·실행·레퍼런스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전 파트 + 레퍼런스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‘론칭’ 대신 ‘스텝업·스타팅 포인트’ — 이미 팔리는 브랜드를 ‘인식되는 브랜드’로 점프업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한 장 요약 — 제안의 핵심 주장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[문제] 팔리는데 기억되지 않는 브랜드 (검색량 월 3천, 시그니처 키워드 0)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[전략] ‘우연 → 의도’ 각인 설계 / 시그니처 키워드 「채움」 선점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[타겟] 40대(매출)·30대(각인)·20대(재미) + 방한 외국인(K-웰니스)·자녀 둔 부모(가족)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[차별점] 웰니스 심의 다이나믹스 + AI 심의 가이드 검증으로 리드타임 단축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[KPI] 브랜드 검색량 3배 이상(연말 10,000) + 익년 1Q 추가 상승 / 올영세일 랭킹 상위·1위 / 키워드 노출률 90%+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한 장 요약 — 실행 11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② ·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1. 마이크로 UGC 시딩 → PA 2차 활용 광고 집행 → 퍼포 전환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2. 올리브영 In-App 광고 병행      3. KV 영상(UGC+EGC+Half-EGC) 미디어커머스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4. 심의-프리 일반식품(올리브오일·구미 2종) 선집행으로 시장 선점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5. 구미 6종 킥오프 동시 심의 제출 → 4~8주 후 순차 투입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6. 챌린저스 TL&amp;AC 전략 게시 → 올영세일 랭킹 1위 견인      7. PR=검색(SEO/AEO/GEO)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8. 올영 올쇼큐 / 쿠팡 파트너스      9. CRM(플친+루틴 알림)      10. KOL 무가시딩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11. 데이터 리포팅 &amp; 경쟁사 동향 분석 → 후속 캠페인 방향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시딩-콘텐츠-퍼포먼스 연결로 비즈니스 임팩트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단순 시딩 콘텐츠 ‘생산’이 아니라, 시딩 → 콘텐츠 → 퍼포먼스 연결 구조로 설계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UGC + 퍼포 결합 레퍼런스 제시 (→ PART 04 / 06 대표 레퍼런스)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‘브랜드를 알리는 캠페인’이 아니라 ‘올영세일에서 선택받는 구조를 만드는 캠페인’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Strategy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진단 · 경쟁 · 미션 · 시그니처 키워드 · 4-STEP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웰니스 시장: 폭발 직전, 그러나 갇혀 있다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 시장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건기식 시장 ’23 6.1조 → ’24 5.95조 → ’25 6.4조(+5.2%) → ’28 7.5조 전망 (재성장 국면)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온라인 구매 비중 54% → 59% — 디지털 콘텐츠가 구매를 만든다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그러나 심의 규제로 ‘퍼포먼스 운영’에 갇혀 콘텐츠로 브랜드를 못 키움 (뷰티 3~4주 vs 건기식 4~8주)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–  수요는 증가했는데 인식 자산은 아무도 못 만든 시장 — 여기에 빈틈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시사점: 소수 독점이 아닌 ‘확장 단계’ → 시장을 키우며 인식의 표준을 선점하는 쪽이 유리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올리브영 / 올리브베러는 올더베러의 홈그라운드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01-2 홈그라운드 어드밴티지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온라인: 올리브베러 100일 — 신규 웰니스 회원 180만 · 입점 560여 개 · 상품 13,000여 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오프라인: 광화문점 외국인 매출 비중 7% → 약 50%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‘구미 영양제’ 검색이 곧장 올리브영으로 향하는 단일 패턴 → 이미 정답이 정해진 카테고리에서 홈그라운드 보유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앱·매장·기획전·리뷰·랭킹을 하나의 미디어로 보고, 올영세일 시점에 선택을 집중시킨다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올더베러의 역설: 구매는 일어나는데 인지는 0에 가깝다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01-3 핵심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팩트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오프라인 매출 상위 30 중 웰니스샷·구미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절반 이상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구매 후 타 브랜드 추가 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평균 3~4개 (크로스셀)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‘올더베러’ 검색량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월 약 3,000~3,800 (네이버)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‘올리브베러’(플랫폼) 검색량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월 약 29,000 — 브랜드가 플랫폼명에 묻힘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 트렌드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+2.81 급성장 (’26.1~2월 약 50배↑)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검색자 데모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여성 87.7% / 30대 38.6% / 25–29세 22.2% (40·50대 확인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검색 광고 경쟁도 전부 LOW + 트렌드 상승 시작 → 지금이 조기 점유 비용 가장 싼 ‘각인의 골든타임’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결정적 공백 5가지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01-4 커뮤니케이션 부재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공백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시그니처 키워드 없음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올록담 당조절·멜라메이트 꿀휴식·닥터브라이언 비오틴5000·비비랩 동안케어 — 올더베러만 없음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훅 품질 격차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올더베러 릴스 최고 898 vs 닥터브라이언 23,000 / 올록담 4,313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셀럽·인플루언서·IP 부재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경쟁사 전원 1개 이상 활용, 올더베러만 제품 단독 소재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플랫폼 신뢰도 미활용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‘올영이 만든’·‘올영 1위’ 미사용 (비비랩은 세일 1개로 2,587)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전환 CTA 부재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댓글 이벤트·DM 최저가 같은 전환 장치 없음, 정보 전달에 그침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추가 공백: 세로형(9:16) 미사용·트렌드 키워드 미연결 → 즉시 개선 3대: 세로형·트렌드KW·인플루언서 시딩 집중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경쟁 지형: 진짜 경쟁자는 누구인가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01-5 경쟁 &amp; 가격 우위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진짜 경쟁자는 전통 건기식(종근당·고려은단·KGC)이 아니라 낫띵베럴 같은 라이프스타일 웰니스 브랜드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포지션 정의: 더 일상적(everyday) · 더 접근 쉬운(accessible) · 더 맛있는(tasty) // E.A.T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가격 경쟁력은 압도적이지만, 소비자는 그 사실을 모른다 ↓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올더베러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경쟁사 / 비고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캡슐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164원/캡슐¹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비비랩 837원/포(동일 산도0.18%·폴리페놀542) → 1/5 단가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푸드올로지 1,010 · 올록담 1,767 (셀럽·기술 고단가)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웰니스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~147원/개 (8종)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소휘 560 / 멜라메이트 395 / 닥터브라이언 275 — 최다 라인업·최저가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¹ 최신가 확정 필요(30캡슐 23,900 vs 42캡슐 6,900). 포지션: ‘다이소보다 좋고, 전문 건기식보다 맛있는’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캠페인 미션 · 과제 재정의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01-6 스타팅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“웰니스를 처음 시작하는 사람에게, 가장 맛있는 첫 번째 기억을 만들어준다.”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올더베러 = ‘올리브영에서 쉽게 시작하는 웰니스 입문 게이트웨이’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확보할 자산 = 추상적 인지·호감 X → 제품 각인 + 명확한 선택 근거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콘텐츠 인지 + 후기 + 랭킹 + 반복 노출 = “많이 사는 / 선택해도 되는 제품” 신호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인지가 쌓여 1등이 아니라, ‘1등 선택 신호’를 먼저 만들어 인지를 쌓는다 (참고: 삼양 스핀들 캐즘 돌파)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Core Idea: 시그니처 키워드 「채움」 선점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01-7 각인 코어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경쟁사는 콘텐츠마다 단어 하나를 반복 노출해 각인 — 올더베러만 그 단어가 없다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‘채움’은 전 제품(구미·올리브오일) 공통 언어이자 슬로건(‘더 맛있게 채우는’)과 연결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태도·선언·카테고리 재정의 층위로 레벨업 / 올리브베러 ‘잘 채우기’와 연계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브랜드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시그니처 키워드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올록담 / 멜라메이트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당조절 / 꿀휴식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비비랩 / 닥터브라이언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동안케어 / 비오틴5000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올더베러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없음 → 이번에 「채움」으로 선점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마스터 태그라인 &amp; 버벌 시스템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01-8 후보 &amp; 층위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후보 ① EAT — 더 일상적(everyday)·접근 쉬운(accessible)·맛있는(tasty)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후보 ② 덜어내는 건강은 지쳤으니까 — ‘무엇으로 채울 것인가’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후보 ③ 웰니스, 부담은 빼고 — 가격·심리·진입장벽 3박자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후보 ④ 오늘 모자란 만큼만, 채움 — 메가도스 과잉에 대한 절제된 프리미엄 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버벌 시스템: 마스터 태그라인(코어) → 키워드「채움」(90%+ 노출) → 제품별 서브카피(건기식/일반식 구분) → 상황별 훅(TPO·연령)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인식 전환 프레임: 맛없는 건기식 → 끝까지 먹는 건기식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01-9 프레임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“사놓고 안 먹는 영양제 말고, 끝까지 먹고 싶은 영양제.”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맛은 ‘선택의 기준’이 아니라 ‘지속의 기준’ — 보조: ‘건강은 의지가 아니라 습관, 습관은 맛에서 온다’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4142232"/>
          <a:ext cx="11018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버릴 프레임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가져갈 프레임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경쟁자 = 다른 영양제 브랜드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경쟁자 = 내가 사놓고 안 먹던 영양제 5통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맛으로 첫 구매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맛으로 ‘자연스럽게 끝까지 먹게’(루틴 지속)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실행: 빈 통 비교 / 비린 철분제 완주 인증 / 맛 자랑이 아니라 ‘끝까지 먹었다’는 결과 (20대 맛 프레임 회피)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캠페인 구조: SEED → PROVE → BOOST → RETAIN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01-10 4-STEP 프레임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STEP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1 · SEED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제품 경험량·후기량 생산 — 챌린저스·마이크로/나노 시딩·KOL 시딩으로 구매 근거 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2 · 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구매 이유 증명 — 리뷰·해시태그·UGC 축적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3 · BOOST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퍼포먼스 증폭 — PA·올영 인앱광고·LMF 테스트로 세일 유입·전환 견인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4 · RETAIN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9월 성과를 12월까지 — 위닝 소재·후기·CRM(플친)으로 재구매·쟁임 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* 9월·12월 올영세일 &amp; 11월 블프 이슈 고려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올리브영 1등 달성 케이스  [대표 레퍼런스 추가 예정]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01-11 우리는 이미 1위를 만들어 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브랜드 / 카테고리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[추가 예정]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당시 문제·니즈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[추가 예정]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적용 방법론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시딩 + 퍼포먼스(PA) + 챌린저스 랭킹 견인 + 콘텐츠 절대량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랭킹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○위 → 1위 [추가 예정]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매출·성과 / 인사이트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[추가 예정] — 올영세일/랭킹 캡처·그래프 첨부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Product &amp; Message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타겟 · 위계 · 제품 우선순위 · RTB · VOC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타겟 전략 — 연령별 3+2 트랙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02-1 키워드 공통(채움), 훅·채널·크리에이터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트랙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타겟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역할 / TPO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각인 (1순위)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30대 직장인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웰니스 루틴 형성 — 브랜드명+키워드 회상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입문·재미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웰니스 입문템 — 밈·확산·해시태그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전환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40대 여성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실질 구매 전환 — 올리브오일 검색 주도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K-웰니스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방한 외국인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중장기 자산 — 실제 웰니스 씬 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가족 확대 (신규)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자녀 둔 부모(3040)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자녀 챙김 → 본인·가족 루틴, 객단가↑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브랜드 / 제품 위계 &amp; 식품유형별 커뮤니케이션 분리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02-2 심의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위계: 올리브영(플랫폼) ─ 올리브베러(웰니스 큐레이팅) ─ 올더베러(PB). ‘올리브베러=채널 신뢰 / 올더베러=가장 쉬운 선택’ (MAU 확인 필요)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심의 / 커뮤니케이션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건강기능식품 (구미 6종)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올인원·바나바잎·루테인·철분·비타민C·비오틴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필요(4~8주) / 인정 기능성 범위 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일반식품 (구미 2종)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멜라나잇·콜라겐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불필요 / 효능 금지 → TPO·루틴·원료·편의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일반·가공식품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엑스트라버진 올리브오일(캡슐/스틱)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불필요 / 루틴·먹는법·원료·가격 자유 소구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핵심 원칙: ‘같은 올더베러라도 말할 수 있는 범위가 다르다’ — 건기식·일반식 차이를 정확히 인지함을 증명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제품 포트폴리오 우선순위 — 선발대 &amp; 본대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02-3 7월 선발대 → 심의 후 본대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선발대 (7월~)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엑스트라버진 올리브오일·멜라나잇 구미·콜라겐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심의↓·TPO 콘텐츠화 쉬움 → 시장 언어 테스트·시딩 자산 선확보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본대 (심의 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철분·올인원·루테인·비타민C·바나바잎·비오틴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기능성 메시지로 구매 이유 강화 · 12월 세일 라인업 규모감·쟁임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확장 효과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“하나 사보고 여러 개 담는” PB 라인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히어로 1종 → 라인 전체 매출 견인(낙수)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엑스트라버진 올리브오일 — 가성비 서프라이즈 &amp; 공복 루틴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02-4 히어로/선봉 RTB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왜 선봉? 일반식품이라 7월부터 즉시 광고 가능 + ‘유명 브랜드와 같은 원료, 값은 1/5’ 단가 무기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원료·품질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스페인 유기농 피쿠알 단일·냉압착·산도 0.18%·폴리페놀 542mg/kg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RTB ① 가성비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비비랩과 동일 스펙인데 단가 1/5 (164원/캡슐 vs 837원/포)¹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RTB ② 신선/품질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1포의 가벼움(산패 걱정 없음)·유기농 인증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 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‘올리브오일 효능’ 월 61,190 / ‘공복 올리브오일’ 월 2만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타겟 이중구조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브랜드 25–35세 / 단품 실검색자 40~50대 → 별도 소재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3단계: 7–8월 ‘이 가격 실화?’(나노·마이크로 동시다발) → 9–10월 ‘공복 한 캡슐’ 습관 → 11–12월 라인 끌고가기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웰니스 구미 8종 — 식약처 기능성 × 중간 포지션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02-5 구미 라인업·우선순위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소구 / 콘텐츠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트렌드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수면 루틴·취침 전 콘텐츠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수면 구글 +10.31 → 1순위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철분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혈액·에너지(여성)·피로 루틴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+0.70 급성장 → 2순위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콜라겐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이너뷰티 루틴(3040)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올인원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종합 영양·데일리 루틴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입문 대표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루테인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눈 건강·직장인/학생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+0.05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비타민C / 바나바잎 / 비오틴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면역 / 혈당 / 모발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비오틴 후순위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RTB 공통: 하루 두 알·물 없이·소용량(7일)·저당 과일맛·식약처 인정 기능성 / 멜라·콜라겐은 일반식품→효능 금지(루틴·TPO)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제품별 소비자 언어 전환표 (RTB → 소비자 언어)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02-6 공급자 언어 → 소비자 언어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공급자 언어(버림)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소비자 언어(가져감)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폴리페놀 542mg/kg 고함량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공복에 한 캡슐, 비린내 없이 끝까지 먹는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 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식물성 멜라토닌 1mg 함유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잠 못 드는 밤, 약 말고 젤리 두 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철분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철분 OO% 함유 건기식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맨날 피곤한 사람의 서랍 속 두 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올인원 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종합비타민 미네랄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영양제 5통 대신, 하루 두 알로 채우기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VOC 진단 — 별점은 좋은데 재구매가 안 된다 (3트랙)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02-7 리뷰 1,104건 딥다이브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히어로 3종 평균 별점 4.47 · 긍정 70.9% — 진입 장벽(맛·편의)은 낮으나 전체 재구매율 15.5%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공통 리스크: ‘효과 미체감’ + ‘가격·할인 의존’(구매이유 1위 160건)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 (전략)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강점 / 약점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캡슐 (캐시카우)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386건·4.5·재구매 24.1%(최고)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편의 55.1% / 목넘김 32.6%·미체감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웰니스 구미 (이탈 방어)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582건·4.4·재구매 9.6%(최저)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맛향 50.7% / 맛향 불호 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스틱 (맛 개선)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136건·4.65(최고)·재구매 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편의 48.3% / 맛향 불호 69.8%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전략: 캡슐=충성 캐시카우 육성 / 구미=이탈 방어(기대치 관리) / 스틱=맛 개선 — 섭취 타이밍·소용량·샘플로 방어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Seeding Content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시딩 1순위 · 크리에이터 · 콘텐츠 앵글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왜 시딩이 1순위인가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03-1 Seeding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올더베러는 아직 브랜드 이름만으로 끌어당기는 힘이 약하다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선택을 망설이지 않도록 후기·리뷰·해시태그·콘텐츠 볼륨을 우선 확보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시딩 = 노출 수량이 아니라 ‘구매 판단 근거’를 먼저 만드는 일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VOC 근거: 재구매율 15.5% · 구매이유 1위 ‘가격·할인’(160건) → 가격 외 명확한 선택 근거 자산 필요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크리에이터 전략 — 시딩+퍼포 코어 &amp; 관계 빌드업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03-2 역할·리스트업·KOL 무가시딩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코어: 시딩+퍼포먼스 위에 KV가 붙는다. 어중간한 시딩 지양 → 콘텐츠 절대량 + 챌린저스로 1위 유지·낙수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심의로 풀 제한적 → 전문가(약사·영양사) 우선 편성(신뢰+심의 통과율)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관계 빌드업 방식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슈퍼스타급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연 4회+ 정기 접촉·커스텀 키트(개인 이벤트)·행보 모니터링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메가/매크로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무가 시딩 + 커스텀 레터/키트로 차별화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마이크로/나노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제품 제공 · 동일 메시지 동시다발 게시(반복 노출)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콘텐츠 앵글 (제품·상황·TPO별) — 초개인화/서사 중심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03-3 앵글 10종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① 가성비 서프라이즈(올리브오일) ‘이 가격 실화?’   ② 공복 루틴 ‘공복에 괜찮나?’ 답변형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③ 빈 통 비교 ‘안 먹고 쌓인 vs 다 먹은’   ④ 취침 루틴(멜라나잇) ‘잠 못 드는 밤’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⑤ 야근 직장인 공감(철분/콜라겐)   ⑥ 직장인 에너지   ⑦ 맛없어서 방치→완주 역설 훅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⑧ 11시면 집에 가는 30대 공감   ⑨ K-웰니스 외국인(K-뷰티 포맷)   ⑩ 광화문 매장 방문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성공 훅 = 명확한 타겟 × 구체적 상황/에피소드 × 반전 또는 팩트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크리에이터 콘텐츠 — 제품별 릴스 컨셉 8종 (VOC 기반)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03-4 VOC × 심의 기반 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컨셉 / 훅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VOC 근거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캡슐 A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생올리브오일 챌린지 → 캡슐 반전(Before/After)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섭취 편의 55.1%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캡슐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‘알약 잘 못 먹는 사람용’ 목넘김 실연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목넘김 32.6%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구미·루테인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모니터 앞 직장인의 눈 챙기기(인정문구)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건기식 인정 기능성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구미·바나바잎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디저트처럼(식후 혈당상승 억제 도움)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상황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구미·멜라나잇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자기 전 무드 리추얼(수면효능 배제)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 효능 금지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구미·콜라겐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디저트 대신 한 알(피부효능 배제)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 효능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스틱 A / B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출근길 한 포 / 오일 맛 솔직 리뷰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12·15s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편의 48.3% / 맛불호 69.8%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VOC 키워드를 후킹으로 사용 · 식품 분류별 심의 가드 + 풀 대본/자막 타임코드 보유(부록)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오프라인 인증형 시딩 콘텐츠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03-5 매장 = 현장 인증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광화문·강남·성수 올리브영/올리브베러 매장을 시딩 콘텐츠의 ‘현장 인증 접점’으로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“올영에서 실제로 파는 제품”이라는 현장감 → 자연 발견형 바이럴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방문 동선 콘텐츠 + 방문 크리에이터 전용 콘텐츠 + 매장 디지털 사이니지로 온·오프 연결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시딩 프로그램 구조 — 점점 커지는 물량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03-6 단계별 물량 확대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① 마이크로/나노 시딩 (EGC·전문가)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–  ② + 챌린저스 / 체험단 / 어필리에이트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–  ③ + KOL 무가시딩 / 파워페이지 / 바이럴 / GEO(AEO)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7월 시장 언어·앵글 테스트 → 8월 말~9월 초 올영세일 직전 콘텐츠 충분히 적재되도록 물량 집중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(바이럴 파트 별도 분리 검토)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챌린저스 / 체험단 / 어필리에이트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03-7 랭킹 견인 엔진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챌린저스 다수 동시 게시(실시간 랭킹 견인) → 올영세일 카테고리 랭킹 상위/1위 확보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인스타·블로그·X 마이크로 바이럴 + 뷰티 정보 플랫폼·대형 커뮤니티 체험단/파워페이지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올리브영 쇼핑 큐레이터 / 쿠팡 파트너스 연계 전환 보강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KOL 무가시딩 · PR = 검색 답변 시대의 전략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03-8 검색 풀(Pull) 자산화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브랜드 본딩·이슈라이징 위한 KOL 무가시딩 (본품 유지+오가닉 노출 관리) + 보도자료 초안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PR = 단순 푸시가 아니라 검색 풀(Pull) 자산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키워드 설계 → SEO / AEO / GEO 영역 구축 → 자연 유입 증가 (‘올리브오일 효능’ 등 AI 검색에 올더베러가 답)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Performance Boost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콘텐츠+퍼포 · KV/영상 · LMF · 인앱 · CRM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시딩만으로는 1등 브랜드를 만들기 어렵다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04-1 시딩 → 전환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콘텐츠·후기를 확보해도 세일 기간 구매 전환으로 연결하지 않으면 랭킹 견인력 제한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시딩 결과물은 반드시 퍼포먼스 소재 + 올영 인앱 유입·전환으로 활용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콘텐츠 + 퍼포 결합 구조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04-2 검증된 전환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시딩 콘텐츠 수집 → 위닝 콘텐츠 선별 → LMF 테스트 → 콘텐츠+배너 광고 집행 → 올영세일 집중 운영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뷰티 &amp; 타 카테고리에서 올영세일 성과를 기록한 프로세스 적용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UGC + 퍼포 결합 레퍼런스 제시 (→ 대표 레퍼런스)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KV / 시그니처 앵글 &amp; 영상 솔루션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04-3 비주얼 시스템 + 미디어커머스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1개의 강력한 KV(브랜드 세계관+태그라인+‘채움’) → 전 채널 확산. 모델·셀럽 없던 정방형 → 숏폼·인물·감성으로 차별화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올더베러 톤앤무드 KV(올리브오일/구미) + 매장 디스플레이·POP 연계 / 히트 패턴 앵커링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정의 / 활용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UGC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소비자 자생 콘텐츠 — PA/퍼포/다채널 활용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EGC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회사 내부 직원 소개 콘텐츠 — 광고 소재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Half-EGC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크리에이터 출연 — 핵심 포맷(한끼통살식 미디어커머스, 전환율↑)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AI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AI 생성·스토리텔링 — 제작 효율(기간 확인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LMF 테스트 — 위닝 메시지 발굴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04-4 Language-Market-Fit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문구·썸네일·후킹 구조 중 실제 반응을 만드는 것을 먼저 확인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검증된 위닝 소재를 9월 올영세일·12월 재부스팅에 활용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초개인화 메시지 / VOC 인사이트 기반 검증-활용-검증-활용 루프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퍼포 매체 · 올영 인앱광고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04-5 In-App 견인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올영 인앱광고를 코어로 메타·유튜브 등 전환 매체 믹스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올리브영 플랫폼 내 올더베러 제품 반복 노출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후기·위닝 소재를 인앱광고로 연결 → 세일 기간 유입·랭킹 상승 집중 견인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CRM — 카카오 플친 &amp; 어필리에이트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04-6 재구매·확장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올영세일 기간 재구매 연결 CRM 소재 기획 — 오프라인 샘플 증정·제품 조회자 리타겟·라인 확장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플친 회원가입 + 루틴 알림(올리브베러 기능) + ‘채움’ 리마인드로 재구매 고착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어필리에이트: 올리브영 어필리에이트 + 쿠팡 파트너스로 전환 보강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Operation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로드맵 · KPI&amp;예산 · 심의 · 리포팅 · TF · 리스크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6개월 운영 로드맵 — 9월에 만들고, 11~12월에 다시 키운다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05-1 1·2차 웨이브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활동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콘텐츠 설계/테스트 — 제품별 위닝 앵글·메시지 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시딩 본격화 — 올영세일 전 콘텐츠·후기 축적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1차 부스팅 — 올영세일 집중, 퍼포 연계, 1위 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낙수효과 유지 — 후기 확산·콘텐츠 보강·위닝 소재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세일 준비 — 위닝 소재 테스트·콘텐츠 확보(블프)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2차 부스팅 — 올영세일 집중, 확장·재구매 활성화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월별 캠페인 흐름 (스텝업) &amp; 브랜드 검색량 목표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05-2 스텝업 · KPI 검색량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단계 / 목표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월 검색량 목표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7~8월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Step-up 0 · ‘각인’ (선집행·KV·키워드)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4,000 → 5,500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9~10월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Step-up 1 · ‘구매 부스팅’ (1차 웨이브)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7,000 → 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11~12월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Step-up 2 · ‘매출 부스팅’ (2차 웨이브)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8,500 → 10,000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익년 1Q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인지 캠페인 후행 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추가 상승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베이스라인 월 ~3,000 → 연말 10,000 (3배 이상). 장기: 1년차 각인 → 2년차 확장(외국인·가족) → 3년차 대표 PB 자산화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KPI &amp; Budget — 항목별 예산 구성 (총 2.5억 · 예시안)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05-3 견적: 전 투입비 대비 수수료율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KPI: 검색량 3천→1만 / 올영세일 랭킹 상위·1위 / 시그니처 키워드 노출률 90%+ / 무가시딩(발송수·전환율·우호후기)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캠페인 프로그램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KV 제작 · 크리에이터 협업 · 마이크로 바이럴 · 파워페이지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뷰티 플랫폼·커뮤니티 체험단 · 오프라인 샘플링 · KOL 무가시딩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퍼포 운영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PA · 올영 인앱광고 · CRM (퍼포 광고비 확보 필수)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월별 배분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7–8월 25% / 9–10월 40% / 11–12월 35% (세일 2개월 ≈53% 집중)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수수료율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전 프로그램 투입비 대비 단일 %(예: 15%) — 5개 브랜드 동일 적용, 최종 경영 판단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TOTAL 250,000,000원 — 프로그램 단위·정액 책정 X, 전체 투입비 기준 단일 수수료율(RFP 준수)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심의 대응 체계 + AI 심의 가이드 검증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05-4 차별화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일반식품·일반/가공식품·건기식 혼재 → ‘선제작 후검수’는 리스크. 유형별 표현범위·금지표현·발화 가이드 사전 정리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AI 심의 가이드 검증 봇 → 사전 필터링으로 반려↓·기간 단축 (삼성증권 사례). 캘린더: 선집행(올리브오일+구미2종) + 구미6종 동시 제출 → 4~8주 후 순차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429000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❌ 위험 표현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✅ 안전 표현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올리브오일(일반)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혈관에 좋은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 버진 올리브오일을 한 포로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멜라나잇(일반)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숙면 / 잠 잘 오는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자기 전 리추얼 / 하루 마무리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콜라겐(일반)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피부·주름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디저트 대신 챙기는 젤리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루테인(건기식)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눈이 좋아지는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눈 건강에 도움을 줄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바나바잎(건기식)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혈당 낮춰주는 / 당뇨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혈당상승 억제에 도움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일반식품 = 효능 일체 금지 · 건기식 = 인정 기능성 문구 그대로 · 표시광고 표기 필수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성과 리포팅 솔루션 · 데이터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05-5 리포팅 &amp; 히트팩트 앵커링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정성·정량 데이터 종합 분석 + 경쟁사 동향 → 후속 캠페인 방향 제안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실시간 대시보드(시딩·랭킹·전환·검색량) + VOC 딥다이브 갱신으로 메시지·앵글 최적화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히트 팩트 앵커링: 검증 히트 팩트(‘1/5 가격’·‘끝까지 먹는’)를 전 채널 반복 각인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올영 PB TF 인력 구성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05-6 총괄 PM급 시니어 1인 외 실무 리소스 필수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R&amp;R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디렉터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제안 전략·크리에이티브 방향성 검토, 최종 구조 의사결정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PM(총괄 시니어)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전체 구조 설계·산출물 취합/정리·일정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콘텐츠 / IMC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제품별 메시지·RTB, TPO 앵글, 바이럴/시딩 운영안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디자인 /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KV·소재 배너·오프라인 / 제품·크리에이터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퍼포먼스 마케터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 집행 · 올영 인앱광고 · CRM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리스크 관리 &amp; 클라이언트 확인(QA)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05-7 Risk &amp;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리스크: 운영 스케줄 + 심의 리스크 관리 — 반려 시 일반식품 콘텐츠로 일정 방어 / 부정 이슈 대응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확인: 브랜드 가이드 / 올리브오일 최신가(164원 근거) / 2.5억+ 가능 여부 / 검색·데모 수치 팩트체크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Why Us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 캠페인 구조 — 한판 요약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06-1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문제: 팔리는데 기억되지 않는 브랜드 (검색량 월 3천, 시그니처 키워드 0)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전략: ‘우연 → 의도’ 각인 / 시그니처 키워드 「채움」 선점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구조: SEED → PROVE → BOOST → RETAIN (시딩-콘텐츠-퍼포 연결)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목표: 올영세일 카테고리 랭킹 1위 → 검색·후기·CRM 자산으로 반복 전환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레퍼런스 — 성과 + 인사이트 서머리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06-2 우리가 만든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★ 대표 레퍼런스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올리브영 카테고리 랭킹 1위 달성 사례 [추가 예정] — 브랜드→문제→방법론→○위→1위→성과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UGC 레퍼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[추가 예정] — 니즈→방법론→전후 성과→인사이트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리뷰 레퍼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[추가 예정]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퍼포먼스 레퍼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 위너 데이터 [추가 예정]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BAT가 잘할 수 있는 이유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06-3 Why 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브랜드 콘텐츠 전략과 퍼포먼스 운영을 분리하지 않고 하나의 구매 흐름으로 설계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웰니스 카테고리 심의/표현 리스크를 이해 (금융 등 다양한 마이크로 IMC 경험)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감도 높은 영상 크리에이티브를 세일즈로 연결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F0F0F"/>
                </a:solidFill>
                <a:latin typeface="맑은 고딕"/>
              </a:rPr>
              <a:t>■  우리는 이미 올리브영에서 1위를 만들어 봤다 (→ 추가 레퍼런스 제시)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감사합니다.</a:t>
            </a:r>
          </a:p>
          <a:p>
            <a:r>
              <a:rPr sz="1600" b="0">
                <a:solidFill>
                  <a:srgbClr val="C9C9C9"/>
                </a:solidFill>
                <a:latin typeface="맑은 고딕"/>
              </a:rPr>
              <a:t>올더베러를 검색되고, 떠올려지고, 1위로 집어지는 브랜드로.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