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371832" cy="7040880"/>
          </a:xfrm>
          <a:prstGeom prst="rect">
            <a:avLst/>
          </a:prstGeom>
          <a:solidFill>
            <a:srgbClr val="F3F2E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11155680" cy="548640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>
                <a:solidFill>
                  <a:srgbClr val="1A1A1A"/>
                </a:solidFill>
                <a:latin typeface="맑은 고딕"/>
                <a:ea typeface="맑은 고딕"/>
              </a:rPr>
              <a:t>월별 실행 타임라인 · 액션플랜  —  견적 포함</a:t>
            </a:r>
          </a:p>
        </p:txBody>
      </p:sp>
      <p:sp>
        <p:nvSpPr>
          <p:cNvPr id="4" name="Rectangle 3"/>
          <p:cNvSpPr/>
          <p:nvPr/>
        </p:nvSpPr>
        <p:spPr>
          <a:xfrm>
            <a:off x="521207" y="841248"/>
            <a:ext cx="3108960" cy="41148"/>
          </a:xfrm>
          <a:prstGeom prst="rect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017520" y="950976"/>
            <a:ext cx="3566160" cy="29260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0" y="950976"/>
            <a:ext cx="3566160" cy="292608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PHASE 1 · 빠른 반응 확보</a:t>
            </a:r>
          </a:p>
        </p:txBody>
      </p:sp>
      <p:sp>
        <p:nvSpPr>
          <p:cNvPr id="7" name="Rectangle 6"/>
          <p:cNvSpPr/>
          <p:nvPr/>
        </p:nvSpPr>
        <p:spPr>
          <a:xfrm>
            <a:off x="6583680" y="950976"/>
            <a:ext cx="3566160" cy="292608"/>
          </a:xfrm>
          <a:prstGeom prst="rect">
            <a:avLst/>
          </a:prstGeom>
          <a:solidFill>
            <a:srgbClr val="9C9C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0" y="950976"/>
            <a:ext cx="3566160" cy="292608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PHASE 2 · 대표성 확장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280160"/>
            <a:ext cx="2514600" cy="365760"/>
          </a:xfrm>
          <a:prstGeom prst="rect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280160"/>
            <a:ext cx="2514600" cy="365760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항목  (건당 비용)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017520" y="1280160"/>
            <a:ext cx="1188720" cy="365760"/>
          </a:xfrm>
          <a:prstGeom prst="rect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1280160"/>
            <a:ext cx="1188720" cy="365760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7월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40" y="1280160"/>
            <a:ext cx="1188720" cy="365760"/>
          </a:xfrm>
          <a:prstGeom prst="rect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6240" y="1280160"/>
            <a:ext cx="1188720" cy="365760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8월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CFCFCB"/>
                </a:solidFill>
                <a:latin typeface="맑은 고딕"/>
                <a:ea typeface="맑은 고딕"/>
              </a:rPr>
              <a:t>세일 사전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1280160"/>
            <a:ext cx="1188720" cy="365760"/>
          </a:xfrm>
          <a:prstGeom prst="rect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394960" y="1280160"/>
            <a:ext cx="1188720" cy="365760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9월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CFCFCB"/>
                </a:solidFill>
                <a:latin typeface="맑은 고딕"/>
                <a:ea typeface="맑은 고딕"/>
              </a:rPr>
              <a:t>세일 ★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583680" y="1280160"/>
            <a:ext cx="1188720" cy="365760"/>
          </a:xfrm>
          <a:prstGeom prst="rect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0" y="1280160"/>
            <a:ext cx="1188720" cy="365760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10월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0" y="1280160"/>
            <a:ext cx="1188720" cy="365760"/>
          </a:xfrm>
          <a:prstGeom prst="rect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0" y="1280160"/>
            <a:ext cx="1188720" cy="365760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11월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CFCFCB"/>
                </a:solidFill>
                <a:latin typeface="맑은 고딕"/>
                <a:ea typeface="맑은 고딕"/>
              </a:rPr>
              <a:t>블프 ★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1280160"/>
            <a:ext cx="1188720" cy="365760"/>
          </a:xfrm>
          <a:prstGeom prst="rect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0" y="1280160"/>
            <a:ext cx="1188720" cy="365760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12월</a:t>
            </a:r>
          </a:p>
          <a:p>
            <a:pPr algn="ctr">
              <a:lnSpc>
                <a:spcPct val="100000"/>
              </a:lnSpc>
            </a:pPr>
            <a:r>
              <a:rPr sz="800" b="0">
                <a:solidFill>
                  <a:srgbClr val="CFCFCB"/>
                </a:solidFill>
                <a:latin typeface="맑은 고딕"/>
                <a:ea typeface="맑은 고딕"/>
              </a:rPr>
              <a:t>세일 ★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149840" y="1280160"/>
            <a:ext cx="1536192" cy="365760"/>
          </a:xfrm>
          <a:prstGeom prst="rect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149840" y="1280160"/>
            <a:ext cx="1536192" cy="365760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합계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1645919"/>
            <a:ext cx="11183112" cy="219456"/>
          </a:xfrm>
          <a:prstGeom prst="rect">
            <a:avLst/>
          </a:prstGeom>
          <a:solidFill>
            <a:srgbClr val="ECEFE4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1645919"/>
            <a:ext cx="11091672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C3A2C"/>
                </a:solidFill>
                <a:latin typeface="맑은 고딕"/>
                <a:ea typeface="맑은 고딕"/>
              </a:rPr>
              <a:t>■ 크리에이터 시딩    (BATi 마이크로 앰배서더 포함 · 모두 '시딩')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1865376"/>
            <a:ext cx="25146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1865376"/>
            <a:ext cx="242316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나노</a:t>
            </a:r>
          </a:p>
          <a:p>
            <a:pPr algn="l">
              <a:lnSpc>
                <a:spcPct val="100000"/>
              </a:lnSpc>
            </a:pPr>
            <a:r>
              <a:rPr sz="750" b="0">
                <a:solidFill>
                  <a:srgbClr val="8A8A86"/>
                </a:solidFill>
                <a:latin typeface="맑은 고딕"/>
                <a:ea typeface="맑은 고딕"/>
              </a:rPr>
              <a:t>270,000원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017520" y="1865376"/>
            <a:ext cx="1188720" cy="219456"/>
          </a:xfrm>
          <a:prstGeom prst="rect">
            <a:avLst/>
          </a:prstGeom>
          <a:solidFill>
            <a:srgbClr val="959595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017520" y="1865376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206240" y="1865376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06240" y="1865376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394960" y="1865376"/>
            <a:ext cx="1188720" cy="219456"/>
          </a:xfrm>
          <a:prstGeom prst="rect">
            <a:avLst/>
          </a:prstGeom>
          <a:solidFill>
            <a:srgbClr val="858585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394960" y="1865376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3680" y="1865376"/>
            <a:ext cx="1188720" cy="219456"/>
          </a:xfrm>
          <a:prstGeom prst="rect">
            <a:avLst/>
          </a:prstGeom>
          <a:solidFill>
            <a:srgbClr val="959595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583680" y="1865376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772400" y="1865376"/>
            <a:ext cx="1188720" cy="219456"/>
          </a:xfrm>
          <a:prstGeom prst="rect">
            <a:avLst/>
          </a:prstGeom>
          <a:solidFill>
            <a:srgbClr val="555555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0" y="1865376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18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61120" y="1865376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961120" y="1865376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0149840" y="1865376"/>
            <a:ext cx="1536192" cy="219456"/>
          </a:xfrm>
          <a:prstGeom prst="rect">
            <a:avLst/>
          </a:prstGeom>
          <a:solidFill>
            <a:srgbClr val="F2F4EC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149840" y="1865376"/>
            <a:ext cx="1536192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A1A1A"/>
                </a:solidFill>
                <a:latin typeface="맑은 고딕"/>
                <a:ea typeface="맑은 고딕"/>
              </a:rPr>
              <a:t>90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2084832"/>
            <a:ext cx="25146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576072" y="2084832"/>
            <a:ext cx="242316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마이크로 (UGC)</a:t>
            </a:r>
          </a:p>
          <a:p>
            <a:pPr algn="l">
              <a:lnSpc>
                <a:spcPct val="100000"/>
              </a:lnSpc>
            </a:pPr>
            <a:r>
              <a:rPr sz="750" b="0">
                <a:solidFill>
                  <a:srgbClr val="8A8A86"/>
                </a:solidFill>
                <a:latin typeface="맑은 고딕"/>
                <a:ea typeface="맑은 고딕"/>
              </a:rPr>
              <a:t>420,000원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017520" y="2084832"/>
            <a:ext cx="1188720" cy="219456"/>
          </a:xfrm>
          <a:prstGeom prst="rect">
            <a:avLst/>
          </a:prstGeom>
          <a:solidFill>
            <a:srgbClr val="8F8F8F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3017520" y="2084832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47" name="Rectangle 46"/>
          <p:cNvSpPr/>
          <p:nvPr/>
        </p:nvSpPr>
        <p:spPr>
          <a:xfrm>
            <a:off x="4206240" y="2084832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06240" y="2084832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30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394960" y="2084832"/>
            <a:ext cx="1188720" cy="219456"/>
          </a:xfrm>
          <a:prstGeom prst="rect">
            <a:avLst/>
          </a:prstGeom>
          <a:solidFill>
            <a:srgbClr val="7A7A7A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394960" y="2084832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51" name="Rectangle 50"/>
          <p:cNvSpPr/>
          <p:nvPr/>
        </p:nvSpPr>
        <p:spPr>
          <a:xfrm>
            <a:off x="6583680" y="2084832"/>
            <a:ext cx="1188720" cy="219456"/>
          </a:xfrm>
          <a:prstGeom prst="rect">
            <a:avLst/>
          </a:prstGeom>
          <a:solidFill>
            <a:srgbClr val="8F8F8F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0" y="2084832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16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772400" y="2084832"/>
            <a:ext cx="1188720" cy="219456"/>
          </a:xfrm>
          <a:prstGeom prst="rect">
            <a:avLst/>
          </a:prstGeom>
          <a:solidFill>
            <a:srgbClr val="505050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772400" y="2084832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28</a:t>
            </a:r>
          </a:p>
        </p:txBody>
      </p:sp>
      <p:sp>
        <p:nvSpPr>
          <p:cNvPr id="55" name="Rectangle 54"/>
          <p:cNvSpPr/>
          <p:nvPr/>
        </p:nvSpPr>
        <p:spPr>
          <a:xfrm>
            <a:off x="8961120" y="2084832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961120" y="2084832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30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149840" y="2084832"/>
            <a:ext cx="1536192" cy="219456"/>
          </a:xfrm>
          <a:prstGeom prst="rect">
            <a:avLst/>
          </a:prstGeom>
          <a:solidFill>
            <a:srgbClr val="F2F4EC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149840" y="2084832"/>
            <a:ext cx="1536192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A1A1A"/>
                </a:solidFill>
                <a:latin typeface="맑은 고딕"/>
                <a:ea typeface="맑은 고딕"/>
              </a:rPr>
              <a:t>140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02920" y="2304288"/>
            <a:ext cx="25146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76072" y="2304288"/>
            <a:ext cx="242316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매크로</a:t>
            </a:r>
          </a:p>
          <a:p>
            <a:pPr algn="l">
              <a:lnSpc>
                <a:spcPct val="100000"/>
              </a:lnSpc>
            </a:pPr>
            <a:r>
              <a:rPr sz="750" b="0">
                <a:solidFill>
                  <a:srgbClr val="8A8A86"/>
                </a:solidFill>
                <a:latin typeface="맑은 고딕"/>
                <a:ea typeface="맑은 고딕"/>
              </a:rPr>
              <a:t>880,000원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017520" y="2304288"/>
            <a:ext cx="1188720" cy="219456"/>
          </a:xfrm>
          <a:prstGeom prst="rect">
            <a:avLst/>
          </a:prstGeom>
          <a:solidFill>
            <a:srgbClr val="FBFBFA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017520" y="2304288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BDBDB8"/>
                </a:solidFill>
                <a:latin typeface="맑은 고딕"/>
                <a:ea typeface="맑은 고딕"/>
              </a:rPr>
              <a:t>-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206240" y="2304288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4206240" y="2304288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394960" y="2304288"/>
            <a:ext cx="1188720" cy="219456"/>
          </a:xfrm>
          <a:prstGeom prst="rect">
            <a:avLst/>
          </a:prstGeom>
          <a:solidFill>
            <a:srgbClr val="FBFBFA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394960" y="2304288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BDBDB8"/>
                </a:solidFill>
                <a:latin typeface="맑은 고딕"/>
                <a:ea typeface="맑은 고딕"/>
              </a:rPr>
              <a:t>-</a:t>
            </a:r>
          </a:p>
        </p:txBody>
      </p:sp>
      <p:sp>
        <p:nvSpPr>
          <p:cNvPr id="67" name="Rectangle 66"/>
          <p:cNvSpPr/>
          <p:nvPr/>
        </p:nvSpPr>
        <p:spPr>
          <a:xfrm>
            <a:off x="6583680" y="2304288"/>
            <a:ext cx="1188720" cy="219456"/>
          </a:xfrm>
          <a:prstGeom prst="rect">
            <a:avLst/>
          </a:prstGeom>
          <a:solidFill>
            <a:srgbClr val="FBFBFA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80" y="2304288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BDBDB8"/>
                </a:solidFill>
                <a:latin typeface="맑은 고딕"/>
                <a:ea typeface="맑은 고딕"/>
              </a:rPr>
              <a:t>-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772400" y="2304288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772400" y="2304288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71" name="Rectangle 70"/>
          <p:cNvSpPr/>
          <p:nvPr/>
        </p:nvSpPr>
        <p:spPr>
          <a:xfrm>
            <a:off x="8961120" y="2304288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8961120" y="2304288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73" name="Rectangle 72"/>
          <p:cNvSpPr/>
          <p:nvPr/>
        </p:nvSpPr>
        <p:spPr>
          <a:xfrm>
            <a:off x="10149840" y="2304288"/>
            <a:ext cx="1536192" cy="219456"/>
          </a:xfrm>
          <a:prstGeom prst="rect">
            <a:avLst/>
          </a:prstGeom>
          <a:solidFill>
            <a:srgbClr val="F2F4EC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10149840" y="2304288"/>
            <a:ext cx="1536192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A1A1A"/>
                </a:solidFill>
                <a:latin typeface="맑은 고딕"/>
                <a:ea typeface="맑은 고딕"/>
              </a:rPr>
              <a:t>12</a:t>
            </a:r>
          </a:p>
        </p:txBody>
      </p:sp>
      <p:sp>
        <p:nvSpPr>
          <p:cNvPr id="75" name="Rectangle 74"/>
          <p:cNvSpPr/>
          <p:nvPr/>
        </p:nvSpPr>
        <p:spPr>
          <a:xfrm>
            <a:off x="502920" y="2523744"/>
            <a:ext cx="25146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76072" y="2523744"/>
            <a:ext cx="242316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KOL 무가시딩</a:t>
            </a:r>
          </a:p>
          <a:p>
            <a:pPr algn="l">
              <a:lnSpc>
                <a:spcPct val="100000"/>
              </a:lnSpc>
            </a:pPr>
            <a:r>
              <a:rPr sz="750" b="0">
                <a:solidFill>
                  <a:srgbClr val="8A8A86"/>
                </a:solidFill>
                <a:latin typeface="맑은 고딕"/>
                <a:ea typeface="맑은 고딕"/>
              </a:rPr>
              <a:t>100,000원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017520" y="2523744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017520" y="2523744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79" name="Rectangle 78"/>
          <p:cNvSpPr/>
          <p:nvPr/>
        </p:nvSpPr>
        <p:spPr>
          <a:xfrm>
            <a:off x="4206240" y="2523744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4206240" y="2523744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394960" y="2523744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394960" y="2523744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83" name="Rectangle 82"/>
          <p:cNvSpPr/>
          <p:nvPr/>
        </p:nvSpPr>
        <p:spPr>
          <a:xfrm>
            <a:off x="6583680" y="2523744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6583680" y="2523744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85" name="Rectangle 84"/>
          <p:cNvSpPr/>
          <p:nvPr/>
        </p:nvSpPr>
        <p:spPr>
          <a:xfrm>
            <a:off x="7772400" y="2523744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7772400" y="2523744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87" name="Rectangle 86"/>
          <p:cNvSpPr/>
          <p:nvPr/>
        </p:nvSpPr>
        <p:spPr>
          <a:xfrm>
            <a:off x="8961120" y="2523744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TextBox 87"/>
          <p:cNvSpPr txBox="1"/>
          <p:nvPr/>
        </p:nvSpPr>
        <p:spPr>
          <a:xfrm>
            <a:off x="8961120" y="2523744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0149840" y="2523744"/>
            <a:ext cx="1536192" cy="219456"/>
          </a:xfrm>
          <a:prstGeom prst="rect">
            <a:avLst/>
          </a:prstGeom>
          <a:solidFill>
            <a:srgbClr val="F2F4EC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TextBox 89"/>
          <p:cNvSpPr txBox="1"/>
          <p:nvPr/>
        </p:nvSpPr>
        <p:spPr>
          <a:xfrm>
            <a:off x="10149840" y="2523744"/>
            <a:ext cx="1536192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A1A1A"/>
                </a:solidFill>
                <a:latin typeface="맑은 고딕"/>
                <a:ea typeface="맑은 고딕"/>
              </a:rPr>
              <a:t>30</a:t>
            </a:r>
          </a:p>
        </p:txBody>
      </p:sp>
      <p:sp>
        <p:nvSpPr>
          <p:cNvPr id="91" name="Rectangle 90"/>
          <p:cNvSpPr/>
          <p:nvPr/>
        </p:nvSpPr>
        <p:spPr>
          <a:xfrm>
            <a:off x="502920" y="2743200"/>
            <a:ext cx="25146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TextBox 91"/>
          <p:cNvSpPr txBox="1"/>
          <p:nvPr/>
        </p:nvSpPr>
        <p:spPr>
          <a:xfrm>
            <a:off x="576072" y="2743200"/>
            <a:ext cx="242316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X (트위터) 시딩</a:t>
            </a:r>
          </a:p>
          <a:p>
            <a:pPr algn="l">
              <a:lnSpc>
                <a:spcPct val="100000"/>
              </a:lnSpc>
            </a:pPr>
            <a:r>
              <a:rPr sz="750" b="0">
                <a:solidFill>
                  <a:srgbClr val="8A8A86"/>
                </a:solidFill>
                <a:latin typeface="맑은 고딕"/>
                <a:ea typeface="맑은 고딕"/>
              </a:rPr>
              <a:t>550,000원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017520" y="2743200"/>
            <a:ext cx="1188720" cy="219456"/>
          </a:xfrm>
          <a:prstGeom prst="rect">
            <a:avLst/>
          </a:prstGeom>
          <a:solidFill>
            <a:srgbClr val="FBFBFA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3017520" y="2743200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BDBDB8"/>
                </a:solidFill>
                <a:latin typeface="맑은 고딕"/>
                <a:ea typeface="맑은 고딕"/>
              </a:rPr>
              <a:t>-</a:t>
            </a:r>
          </a:p>
        </p:txBody>
      </p:sp>
      <p:sp>
        <p:nvSpPr>
          <p:cNvPr id="95" name="Rectangle 94"/>
          <p:cNvSpPr/>
          <p:nvPr/>
        </p:nvSpPr>
        <p:spPr>
          <a:xfrm>
            <a:off x="4206240" y="2743200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TextBox 95"/>
          <p:cNvSpPr txBox="1"/>
          <p:nvPr/>
        </p:nvSpPr>
        <p:spPr>
          <a:xfrm>
            <a:off x="4206240" y="2743200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394960" y="2743200"/>
            <a:ext cx="1188720" cy="219456"/>
          </a:xfrm>
          <a:prstGeom prst="rect">
            <a:avLst/>
          </a:prstGeom>
          <a:solidFill>
            <a:srgbClr val="FBFBFA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TextBox 97"/>
          <p:cNvSpPr txBox="1"/>
          <p:nvPr/>
        </p:nvSpPr>
        <p:spPr>
          <a:xfrm>
            <a:off x="5394960" y="2743200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BDBDB8"/>
                </a:solidFill>
                <a:latin typeface="맑은 고딕"/>
                <a:ea typeface="맑은 고딕"/>
              </a:rPr>
              <a:t>-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583680" y="2743200"/>
            <a:ext cx="1188720" cy="219456"/>
          </a:xfrm>
          <a:prstGeom prst="rect">
            <a:avLst/>
          </a:prstGeom>
          <a:solidFill>
            <a:srgbClr val="FBFBFA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TextBox 99"/>
          <p:cNvSpPr txBox="1"/>
          <p:nvPr/>
        </p:nvSpPr>
        <p:spPr>
          <a:xfrm>
            <a:off x="6583680" y="2743200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BDBDB8"/>
                </a:solidFill>
                <a:latin typeface="맑은 고딕"/>
                <a:ea typeface="맑은 고딕"/>
              </a:rPr>
              <a:t>-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7772400" y="2743200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7772400" y="2743200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8961120" y="2743200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8961120" y="2743200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8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10149840" y="2743200"/>
            <a:ext cx="1536192" cy="219456"/>
          </a:xfrm>
          <a:prstGeom prst="rect">
            <a:avLst/>
          </a:prstGeom>
          <a:solidFill>
            <a:srgbClr val="F2F4EC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10149840" y="2743200"/>
            <a:ext cx="1536192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A1A1A"/>
                </a:solidFill>
                <a:latin typeface="맑은 고딕"/>
                <a:ea typeface="맑은 고딕"/>
              </a:rPr>
              <a:t>24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502920" y="2962656"/>
            <a:ext cx="25146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TextBox 107"/>
          <p:cNvSpPr txBox="1"/>
          <p:nvPr/>
        </p:nvSpPr>
        <p:spPr>
          <a:xfrm>
            <a:off x="576072" y="2962656"/>
            <a:ext cx="242316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네이버 블로그</a:t>
            </a:r>
          </a:p>
          <a:p>
            <a:pPr algn="l">
              <a:lnSpc>
                <a:spcPct val="100000"/>
              </a:lnSpc>
            </a:pPr>
            <a:r>
              <a:rPr sz="750" b="0">
                <a:solidFill>
                  <a:srgbClr val="8A8A86"/>
                </a:solidFill>
                <a:latin typeface="맑은 고딕"/>
                <a:ea typeface="맑은 고딕"/>
              </a:rPr>
              <a:t>220,000원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3017520" y="2962656"/>
            <a:ext cx="1188720" cy="219456"/>
          </a:xfrm>
          <a:prstGeom prst="rect">
            <a:avLst/>
          </a:prstGeom>
          <a:solidFill>
            <a:srgbClr val="FBFBFA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3017520" y="2962656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BDBDB8"/>
                </a:solidFill>
                <a:latin typeface="맑은 고딕"/>
                <a:ea typeface="맑은 고딕"/>
              </a:rPr>
              <a:t>-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4206240" y="2962656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TextBox 111"/>
          <p:cNvSpPr txBox="1"/>
          <p:nvPr/>
        </p:nvSpPr>
        <p:spPr>
          <a:xfrm>
            <a:off x="4206240" y="2962656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5394960" y="2962656"/>
            <a:ext cx="1188720" cy="219456"/>
          </a:xfrm>
          <a:prstGeom prst="rect">
            <a:avLst/>
          </a:prstGeom>
          <a:solidFill>
            <a:srgbClr val="FBFBFA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5394960" y="2962656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BDBDB8"/>
                </a:solidFill>
                <a:latin typeface="맑은 고딕"/>
                <a:ea typeface="맑은 고딕"/>
              </a:rPr>
              <a:t>-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6583680" y="2962656"/>
            <a:ext cx="1188720" cy="219456"/>
          </a:xfrm>
          <a:prstGeom prst="rect">
            <a:avLst/>
          </a:prstGeom>
          <a:solidFill>
            <a:srgbClr val="FBFBFA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6583680" y="2962656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BDBDB8"/>
                </a:solidFill>
                <a:latin typeface="맑은 고딕"/>
                <a:ea typeface="맑은 고딕"/>
              </a:rPr>
              <a:t>-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7772400" y="2962656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7772400" y="2962656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8961120" y="2962656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8961120" y="2962656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5</a:t>
            </a:r>
          </a:p>
        </p:txBody>
      </p:sp>
      <p:sp>
        <p:nvSpPr>
          <p:cNvPr id="121" name="Rectangle 120"/>
          <p:cNvSpPr/>
          <p:nvPr/>
        </p:nvSpPr>
        <p:spPr>
          <a:xfrm>
            <a:off x="10149840" y="2962656"/>
            <a:ext cx="1536192" cy="219456"/>
          </a:xfrm>
          <a:prstGeom prst="rect">
            <a:avLst/>
          </a:prstGeom>
          <a:solidFill>
            <a:srgbClr val="F2F4EC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TextBox 121"/>
          <p:cNvSpPr txBox="1"/>
          <p:nvPr/>
        </p:nvSpPr>
        <p:spPr>
          <a:xfrm>
            <a:off x="10149840" y="2962656"/>
            <a:ext cx="1536192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A1A1A"/>
                </a:solidFill>
                <a:latin typeface="맑은 고딕"/>
                <a:ea typeface="맑은 고딕"/>
              </a:rPr>
              <a:t>15</a:t>
            </a:r>
          </a:p>
        </p:txBody>
      </p:sp>
      <p:sp>
        <p:nvSpPr>
          <p:cNvPr id="123" name="Rectangle 122"/>
          <p:cNvSpPr/>
          <p:nvPr/>
        </p:nvSpPr>
        <p:spPr>
          <a:xfrm>
            <a:off x="502920" y="3182112"/>
            <a:ext cx="25146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576072" y="3182112"/>
            <a:ext cx="242316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BATi 마이크로 앰배서더</a:t>
            </a:r>
          </a:p>
          <a:p>
            <a:pPr algn="l">
              <a:lnSpc>
                <a:spcPct val="100000"/>
              </a:lnSpc>
            </a:pPr>
            <a:r>
              <a:rPr sz="750" b="0">
                <a:solidFill>
                  <a:srgbClr val="8A8A86"/>
                </a:solidFill>
                <a:latin typeface="맑은 고딕"/>
                <a:ea typeface="맑은 고딕"/>
              </a:rPr>
              <a:t>500,000원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3017520" y="3182112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TextBox 125"/>
          <p:cNvSpPr txBox="1"/>
          <p:nvPr/>
        </p:nvSpPr>
        <p:spPr>
          <a:xfrm>
            <a:off x="3017520" y="3182112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127" name="Rectangle 126"/>
          <p:cNvSpPr/>
          <p:nvPr/>
        </p:nvSpPr>
        <p:spPr>
          <a:xfrm>
            <a:off x="4206240" y="3182112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4206240" y="3182112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129" name="Rectangle 128"/>
          <p:cNvSpPr/>
          <p:nvPr/>
        </p:nvSpPr>
        <p:spPr>
          <a:xfrm>
            <a:off x="5394960" y="3182112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5394960" y="3182112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131" name="Rectangle 130"/>
          <p:cNvSpPr/>
          <p:nvPr/>
        </p:nvSpPr>
        <p:spPr>
          <a:xfrm>
            <a:off x="6583680" y="3182112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TextBox 131"/>
          <p:cNvSpPr txBox="1"/>
          <p:nvPr/>
        </p:nvSpPr>
        <p:spPr>
          <a:xfrm>
            <a:off x="6583680" y="3182112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133" name="Rectangle 132"/>
          <p:cNvSpPr/>
          <p:nvPr/>
        </p:nvSpPr>
        <p:spPr>
          <a:xfrm>
            <a:off x="7772400" y="3182112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TextBox 133"/>
          <p:cNvSpPr txBox="1"/>
          <p:nvPr/>
        </p:nvSpPr>
        <p:spPr>
          <a:xfrm>
            <a:off x="7772400" y="3182112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135" name="Rectangle 134"/>
          <p:cNvSpPr/>
          <p:nvPr/>
        </p:nvSpPr>
        <p:spPr>
          <a:xfrm>
            <a:off x="8961120" y="3182112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TextBox 135"/>
          <p:cNvSpPr txBox="1"/>
          <p:nvPr/>
        </p:nvSpPr>
        <p:spPr>
          <a:xfrm>
            <a:off x="8961120" y="3182112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10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10149840" y="3182112"/>
            <a:ext cx="1536192" cy="219456"/>
          </a:xfrm>
          <a:prstGeom prst="rect">
            <a:avLst/>
          </a:prstGeom>
          <a:solidFill>
            <a:srgbClr val="F2F4EC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TextBox 137"/>
          <p:cNvSpPr txBox="1"/>
          <p:nvPr/>
        </p:nvSpPr>
        <p:spPr>
          <a:xfrm>
            <a:off x="10149840" y="3182112"/>
            <a:ext cx="1536192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A1A1A"/>
                </a:solidFill>
                <a:latin typeface="맑은 고딕"/>
                <a:ea typeface="맑은 고딕"/>
              </a:rPr>
              <a:t>60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502920" y="3401568"/>
            <a:ext cx="2514600" cy="256032"/>
          </a:xfrm>
          <a:prstGeom prst="rect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TextBox 139"/>
          <p:cNvSpPr txBox="1"/>
          <p:nvPr/>
        </p:nvSpPr>
        <p:spPr>
          <a:xfrm>
            <a:off x="502920" y="3401568"/>
            <a:ext cx="2423160" cy="256032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050" b="1">
                <a:solidFill>
                  <a:srgbClr val="FFFFFF"/>
                </a:solidFill>
                <a:latin typeface="맑은 고딕"/>
                <a:ea typeface="맑은 고딕"/>
              </a:rPr>
              <a:t>월 시딩 총건수</a:t>
            </a:r>
          </a:p>
        </p:txBody>
      </p:sp>
      <p:sp>
        <p:nvSpPr>
          <p:cNvPr id="141" name="Rectangle 140"/>
          <p:cNvSpPr/>
          <p:nvPr/>
        </p:nvSpPr>
        <p:spPr>
          <a:xfrm>
            <a:off x="3017520" y="3401568"/>
            <a:ext cx="1188720" cy="256032"/>
          </a:xfrm>
          <a:prstGeom prst="rect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TextBox 141"/>
          <p:cNvSpPr txBox="1"/>
          <p:nvPr/>
        </p:nvSpPr>
        <p:spPr>
          <a:xfrm>
            <a:off x="3017520" y="3401568"/>
            <a:ext cx="1188720" cy="256032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41</a:t>
            </a:r>
          </a:p>
        </p:txBody>
      </p:sp>
      <p:sp>
        <p:nvSpPr>
          <p:cNvPr id="143" name="Rectangle 142"/>
          <p:cNvSpPr/>
          <p:nvPr/>
        </p:nvSpPr>
        <p:spPr>
          <a:xfrm>
            <a:off x="4206240" y="3401568"/>
            <a:ext cx="1188720" cy="256032"/>
          </a:xfrm>
          <a:prstGeom prst="rect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TextBox 143"/>
          <p:cNvSpPr txBox="1"/>
          <p:nvPr/>
        </p:nvSpPr>
        <p:spPr>
          <a:xfrm>
            <a:off x="4206240" y="3401568"/>
            <a:ext cx="1188720" cy="256032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82</a:t>
            </a:r>
          </a:p>
        </p:txBody>
      </p:sp>
      <p:sp>
        <p:nvSpPr>
          <p:cNvPr id="145" name="Rectangle 144"/>
          <p:cNvSpPr/>
          <p:nvPr/>
        </p:nvSpPr>
        <p:spPr>
          <a:xfrm>
            <a:off x="5394960" y="3401568"/>
            <a:ext cx="1188720" cy="256032"/>
          </a:xfrm>
          <a:prstGeom prst="rect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TextBox 145"/>
          <p:cNvSpPr txBox="1"/>
          <p:nvPr/>
        </p:nvSpPr>
        <p:spPr>
          <a:xfrm>
            <a:off x="5394960" y="3401568"/>
            <a:ext cx="1188720" cy="256032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47</a:t>
            </a:r>
          </a:p>
        </p:txBody>
      </p:sp>
      <p:sp>
        <p:nvSpPr>
          <p:cNvPr id="147" name="Rectangle 146"/>
          <p:cNvSpPr/>
          <p:nvPr/>
        </p:nvSpPr>
        <p:spPr>
          <a:xfrm>
            <a:off x="6583680" y="3401568"/>
            <a:ext cx="1188720" cy="256032"/>
          </a:xfrm>
          <a:prstGeom prst="rect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TextBox 147"/>
          <p:cNvSpPr txBox="1"/>
          <p:nvPr/>
        </p:nvSpPr>
        <p:spPr>
          <a:xfrm>
            <a:off x="6583680" y="3401568"/>
            <a:ext cx="1188720" cy="256032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41</a:t>
            </a:r>
          </a:p>
        </p:txBody>
      </p:sp>
      <p:sp>
        <p:nvSpPr>
          <p:cNvPr id="149" name="Rectangle 148"/>
          <p:cNvSpPr/>
          <p:nvPr/>
        </p:nvSpPr>
        <p:spPr>
          <a:xfrm>
            <a:off x="7772400" y="3401568"/>
            <a:ext cx="1188720" cy="256032"/>
          </a:xfrm>
          <a:prstGeom prst="rect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TextBox 149"/>
          <p:cNvSpPr txBox="1"/>
          <p:nvPr/>
        </p:nvSpPr>
        <p:spPr>
          <a:xfrm>
            <a:off x="7772400" y="3401568"/>
            <a:ext cx="1188720" cy="256032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78</a:t>
            </a:r>
          </a:p>
        </p:txBody>
      </p:sp>
      <p:sp>
        <p:nvSpPr>
          <p:cNvPr id="151" name="Rectangle 150"/>
          <p:cNvSpPr/>
          <p:nvPr/>
        </p:nvSpPr>
        <p:spPr>
          <a:xfrm>
            <a:off x="8961120" y="3401568"/>
            <a:ext cx="1188720" cy="256032"/>
          </a:xfrm>
          <a:prstGeom prst="rect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TextBox 151"/>
          <p:cNvSpPr txBox="1"/>
          <p:nvPr/>
        </p:nvSpPr>
        <p:spPr>
          <a:xfrm>
            <a:off x="8961120" y="3401568"/>
            <a:ext cx="1188720" cy="256032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82</a:t>
            </a:r>
          </a:p>
        </p:txBody>
      </p:sp>
      <p:sp>
        <p:nvSpPr>
          <p:cNvPr id="153" name="Rectangle 152"/>
          <p:cNvSpPr/>
          <p:nvPr/>
        </p:nvSpPr>
        <p:spPr>
          <a:xfrm>
            <a:off x="10149840" y="3401568"/>
            <a:ext cx="1536192" cy="256032"/>
          </a:xfrm>
          <a:prstGeom prst="rect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TextBox 153"/>
          <p:cNvSpPr txBox="1"/>
          <p:nvPr/>
        </p:nvSpPr>
        <p:spPr>
          <a:xfrm>
            <a:off x="10149840" y="3401568"/>
            <a:ext cx="1536192" cy="256032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371 건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502920" y="3657600"/>
            <a:ext cx="11183112" cy="219456"/>
          </a:xfrm>
          <a:prstGeom prst="rect">
            <a:avLst/>
          </a:prstGeom>
          <a:solidFill>
            <a:srgbClr val="ECEFE4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576072" y="3657600"/>
            <a:ext cx="11091672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C3A2C"/>
                </a:solidFill>
                <a:latin typeface="맑은 고딕"/>
                <a:ea typeface="맑은 고딕"/>
              </a:rPr>
              <a:t>■ 콘텐츠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02920" y="3877056"/>
            <a:ext cx="25146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TextBox 157"/>
          <p:cNvSpPr txBox="1"/>
          <p:nvPr/>
        </p:nvSpPr>
        <p:spPr>
          <a:xfrm>
            <a:off x="576072" y="3877056"/>
            <a:ext cx="242316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EGC 콘텐츠</a:t>
            </a:r>
          </a:p>
          <a:p>
            <a:pPr algn="l">
              <a:lnSpc>
                <a:spcPct val="100000"/>
              </a:lnSpc>
            </a:pPr>
            <a:r>
              <a:rPr sz="750" b="0">
                <a:solidFill>
                  <a:srgbClr val="8A8A86"/>
                </a:solidFill>
                <a:latin typeface="맑은 고딕"/>
                <a:ea typeface="맑은 고딕"/>
              </a:rPr>
              <a:t>500,000원</a:t>
            </a:r>
          </a:p>
        </p:txBody>
      </p:sp>
      <p:sp>
        <p:nvSpPr>
          <p:cNvPr id="159" name="Rectangle 158"/>
          <p:cNvSpPr/>
          <p:nvPr/>
        </p:nvSpPr>
        <p:spPr>
          <a:xfrm>
            <a:off x="3017520" y="3877056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TextBox 159"/>
          <p:cNvSpPr txBox="1"/>
          <p:nvPr/>
        </p:nvSpPr>
        <p:spPr>
          <a:xfrm>
            <a:off x="3017520" y="3877056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161" name="Rectangle 160"/>
          <p:cNvSpPr/>
          <p:nvPr/>
        </p:nvSpPr>
        <p:spPr>
          <a:xfrm>
            <a:off x="4206240" y="3877056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TextBox 161"/>
          <p:cNvSpPr txBox="1"/>
          <p:nvPr/>
        </p:nvSpPr>
        <p:spPr>
          <a:xfrm>
            <a:off x="4206240" y="3877056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163" name="Rectangle 162"/>
          <p:cNvSpPr/>
          <p:nvPr/>
        </p:nvSpPr>
        <p:spPr>
          <a:xfrm>
            <a:off x="5394960" y="3877056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TextBox 163"/>
          <p:cNvSpPr txBox="1"/>
          <p:nvPr/>
        </p:nvSpPr>
        <p:spPr>
          <a:xfrm>
            <a:off x="5394960" y="3877056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6583680" y="3877056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TextBox 165"/>
          <p:cNvSpPr txBox="1"/>
          <p:nvPr/>
        </p:nvSpPr>
        <p:spPr>
          <a:xfrm>
            <a:off x="6583680" y="3877056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7772400" y="3877056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TextBox 167"/>
          <p:cNvSpPr txBox="1"/>
          <p:nvPr/>
        </p:nvSpPr>
        <p:spPr>
          <a:xfrm>
            <a:off x="7772400" y="3877056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8961120" y="3877056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TextBox 169"/>
          <p:cNvSpPr txBox="1"/>
          <p:nvPr/>
        </p:nvSpPr>
        <p:spPr>
          <a:xfrm>
            <a:off x="8961120" y="3877056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20</a:t>
            </a:r>
          </a:p>
        </p:txBody>
      </p:sp>
      <p:sp>
        <p:nvSpPr>
          <p:cNvPr id="171" name="Rectangle 170"/>
          <p:cNvSpPr/>
          <p:nvPr/>
        </p:nvSpPr>
        <p:spPr>
          <a:xfrm>
            <a:off x="10149840" y="3877056"/>
            <a:ext cx="1536192" cy="219456"/>
          </a:xfrm>
          <a:prstGeom prst="rect">
            <a:avLst/>
          </a:prstGeom>
          <a:solidFill>
            <a:srgbClr val="F2F4EC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TextBox 171"/>
          <p:cNvSpPr txBox="1"/>
          <p:nvPr/>
        </p:nvSpPr>
        <p:spPr>
          <a:xfrm>
            <a:off x="10149840" y="3877056"/>
            <a:ext cx="1536192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A1A1A"/>
                </a:solidFill>
                <a:latin typeface="맑은 고딕"/>
                <a:ea typeface="맑은 고딕"/>
              </a:rPr>
              <a:t>120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502920" y="4096512"/>
            <a:ext cx="25146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TextBox 173"/>
          <p:cNvSpPr txBox="1"/>
          <p:nvPr/>
        </p:nvSpPr>
        <p:spPr>
          <a:xfrm>
            <a:off x="576072" y="4096512"/>
            <a:ext cx="242316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Half EGC 콘텐츠</a:t>
            </a:r>
          </a:p>
          <a:p>
            <a:pPr algn="l">
              <a:lnSpc>
                <a:spcPct val="100000"/>
              </a:lnSpc>
            </a:pPr>
            <a:r>
              <a:rPr sz="750" b="0">
                <a:solidFill>
                  <a:srgbClr val="8A8A86"/>
                </a:solidFill>
                <a:latin typeface="맑은 고딕"/>
                <a:ea typeface="맑은 고딕"/>
              </a:rPr>
              <a:t>750,000원</a:t>
            </a:r>
          </a:p>
        </p:txBody>
      </p:sp>
      <p:sp>
        <p:nvSpPr>
          <p:cNvPr id="175" name="Rectangle 174"/>
          <p:cNvSpPr/>
          <p:nvPr/>
        </p:nvSpPr>
        <p:spPr>
          <a:xfrm>
            <a:off x="3017520" y="4096512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TextBox 175"/>
          <p:cNvSpPr txBox="1"/>
          <p:nvPr/>
        </p:nvSpPr>
        <p:spPr>
          <a:xfrm>
            <a:off x="3017520" y="4096512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77" name="Rectangle 176"/>
          <p:cNvSpPr/>
          <p:nvPr/>
        </p:nvSpPr>
        <p:spPr>
          <a:xfrm>
            <a:off x="4206240" y="4096512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TextBox 177"/>
          <p:cNvSpPr txBox="1"/>
          <p:nvPr/>
        </p:nvSpPr>
        <p:spPr>
          <a:xfrm>
            <a:off x="4206240" y="4096512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79" name="Rectangle 178"/>
          <p:cNvSpPr/>
          <p:nvPr/>
        </p:nvSpPr>
        <p:spPr>
          <a:xfrm>
            <a:off x="5394960" y="4096512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TextBox 179"/>
          <p:cNvSpPr txBox="1"/>
          <p:nvPr/>
        </p:nvSpPr>
        <p:spPr>
          <a:xfrm>
            <a:off x="5394960" y="4096512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6583680" y="4096512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TextBox 181"/>
          <p:cNvSpPr txBox="1"/>
          <p:nvPr/>
        </p:nvSpPr>
        <p:spPr>
          <a:xfrm>
            <a:off x="6583680" y="4096512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7772400" y="4096512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TextBox 183"/>
          <p:cNvSpPr txBox="1"/>
          <p:nvPr/>
        </p:nvSpPr>
        <p:spPr>
          <a:xfrm>
            <a:off x="7772400" y="4096512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5" name="Rectangle 184"/>
          <p:cNvSpPr/>
          <p:nvPr/>
        </p:nvSpPr>
        <p:spPr>
          <a:xfrm>
            <a:off x="8961120" y="4096512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TextBox 185"/>
          <p:cNvSpPr txBox="1"/>
          <p:nvPr/>
        </p:nvSpPr>
        <p:spPr>
          <a:xfrm>
            <a:off x="8961120" y="4096512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4</a:t>
            </a:r>
          </a:p>
        </p:txBody>
      </p:sp>
      <p:sp>
        <p:nvSpPr>
          <p:cNvPr id="187" name="Rectangle 186"/>
          <p:cNvSpPr/>
          <p:nvPr/>
        </p:nvSpPr>
        <p:spPr>
          <a:xfrm>
            <a:off x="10149840" y="4096512"/>
            <a:ext cx="1536192" cy="219456"/>
          </a:xfrm>
          <a:prstGeom prst="rect">
            <a:avLst/>
          </a:prstGeom>
          <a:solidFill>
            <a:srgbClr val="F2F4EC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TextBox 187"/>
          <p:cNvSpPr txBox="1"/>
          <p:nvPr/>
        </p:nvSpPr>
        <p:spPr>
          <a:xfrm>
            <a:off x="10149840" y="4096512"/>
            <a:ext cx="1536192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A1A1A"/>
                </a:solidFill>
                <a:latin typeface="맑은 고딕"/>
                <a:ea typeface="맑은 고딕"/>
              </a:rPr>
              <a:t>24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502920" y="4315968"/>
            <a:ext cx="25146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TextBox 189"/>
          <p:cNvSpPr txBox="1"/>
          <p:nvPr/>
        </p:nvSpPr>
        <p:spPr>
          <a:xfrm>
            <a:off x="576072" y="4315968"/>
            <a:ext cx="242316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콘텐츠 제작 (KV·디자인·영상)</a:t>
            </a:r>
          </a:p>
          <a:p>
            <a:pPr algn="l">
              <a:lnSpc>
                <a:spcPct val="100000"/>
              </a:lnSpc>
            </a:pPr>
            <a:r>
              <a:rPr sz="750" b="0">
                <a:solidFill>
                  <a:srgbClr val="8A8A86"/>
                </a:solidFill>
                <a:latin typeface="맑은 고딕"/>
                <a:ea typeface="맑은 고딕"/>
              </a:rPr>
              <a:t>1,000,000원</a:t>
            </a:r>
          </a:p>
        </p:txBody>
      </p:sp>
      <p:sp>
        <p:nvSpPr>
          <p:cNvPr id="191" name="Rectangle 190"/>
          <p:cNvSpPr/>
          <p:nvPr/>
        </p:nvSpPr>
        <p:spPr>
          <a:xfrm>
            <a:off x="3017520" y="4315968"/>
            <a:ext cx="1188720" cy="219456"/>
          </a:xfrm>
          <a:prstGeom prst="rect">
            <a:avLst/>
          </a:prstGeom>
          <a:solidFill>
            <a:srgbClr val="6E6E6A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TextBox 191"/>
          <p:cNvSpPr txBox="1"/>
          <p:nvPr/>
        </p:nvSpPr>
        <p:spPr>
          <a:xfrm>
            <a:off x="3017520" y="4315968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●</a:t>
            </a:r>
          </a:p>
        </p:txBody>
      </p:sp>
      <p:sp>
        <p:nvSpPr>
          <p:cNvPr id="193" name="Rectangle 192"/>
          <p:cNvSpPr/>
          <p:nvPr/>
        </p:nvSpPr>
        <p:spPr>
          <a:xfrm>
            <a:off x="4206240" y="4315968"/>
            <a:ext cx="1188720" cy="219456"/>
          </a:xfrm>
          <a:prstGeom prst="rect">
            <a:avLst/>
          </a:prstGeom>
          <a:solidFill>
            <a:srgbClr val="6E6E6A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TextBox 193"/>
          <p:cNvSpPr txBox="1"/>
          <p:nvPr/>
        </p:nvSpPr>
        <p:spPr>
          <a:xfrm>
            <a:off x="4206240" y="4315968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●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5394960" y="4315968"/>
            <a:ext cx="1188720" cy="219456"/>
          </a:xfrm>
          <a:prstGeom prst="rect">
            <a:avLst/>
          </a:prstGeom>
          <a:solidFill>
            <a:srgbClr val="6E6E6A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TextBox 195"/>
          <p:cNvSpPr txBox="1"/>
          <p:nvPr/>
        </p:nvSpPr>
        <p:spPr>
          <a:xfrm>
            <a:off x="5394960" y="4315968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●</a:t>
            </a:r>
          </a:p>
        </p:txBody>
      </p:sp>
      <p:sp>
        <p:nvSpPr>
          <p:cNvPr id="197" name="Rectangle 196"/>
          <p:cNvSpPr/>
          <p:nvPr/>
        </p:nvSpPr>
        <p:spPr>
          <a:xfrm>
            <a:off x="6583680" y="4315968"/>
            <a:ext cx="1188720" cy="219456"/>
          </a:xfrm>
          <a:prstGeom prst="rect">
            <a:avLst/>
          </a:prstGeom>
          <a:solidFill>
            <a:srgbClr val="6E6E6A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TextBox 197"/>
          <p:cNvSpPr txBox="1"/>
          <p:nvPr/>
        </p:nvSpPr>
        <p:spPr>
          <a:xfrm>
            <a:off x="6583680" y="4315968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●</a:t>
            </a:r>
          </a:p>
        </p:txBody>
      </p:sp>
      <p:sp>
        <p:nvSpPr>
          <p:cNvPr id="199" name="Rectangle 198"/>
          <p:cNvSpPr/>
          <p:nvPr/>
        </p:nvSpPr>
        <p:spPr>
          <a:xfrm>
            <a:off x="7772400" y="4315968"/>
            <a:ext cx="1188720" cy="219456"/>
          </a:xfrm>
          <a:prstGeom prst="rect">
            <a:avLst/>
          </a:prstGeom>
          <a:solidFill>
            <a:srgbClr val="6E6E6A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TextBox 199"/>
          <p:cNvSpPr txBox="1"/>
          <p:nvPr/>
        </p:nvSpPr>
        <p:spPr>
          <a:xfrm>
            <a:off x="7772400" y="4315968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●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8961120" y="4315968"/>
            <a:ext cx="1188720" cy="219456"/>
          </a:xfrm>
          <a:prstGeom prst="rect">
            <a:avLst/>
          </a:prstGeom>
          <a:solidFill>
            <a:srgbClr val="6E6E6A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TextBox 201"/>
          <p:cNvSpPr txBox="1"/>
          <p:nvPr/>
        </p:nvSpPr>
        <p:spPr>
          <a:xfrm>
            <a:off x="8961120" y="4315968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●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10149840" y="4315968"/>
            <a:ext cx="1536192" cy="219456"/>
          </a:xfrm>
          <a:prstGeom prst="rect">
            <a:avLst/>
          </a:prstGeom>
          <a:solidFill>
            <a:srgbClr val="F2F4EC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TextBox 203"/>
          <p:cNvSpPr txBox="1"/>
          <p:nvPr/>
        </p:nvSpPr>
        <p:spPr>
          <a:xfrm>
            <a:off x="10149840" y="4315968"/>
            <a:ext cx="1536192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A1A1A"/>
                </a:solidFill>
                <a:latin typeface="맑은 고딕"/>
                <a:ea typeface="맑은 고딕"/>
              </a:rPr>
              <a:t>6 (상시)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502920" y="4535424"/>
            <a:ext cx="11183112" cy="219456"/>
          </a:xfrm>
          <a:prstGeom prst="rect">
            <a:avLst/>
          </a:prstGeom>
          <a:solidFill>
            <a:srgbClr val="ECEFE4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TextBox 205"/>
          <p:cNvSpPr txBox="1"/>
          <p:nvPr/>
        </p:nvSpPr>
        <p:spPr>
          <a:xfrm>
            <a:off x="576072" y="4535424"/>
            <a:ext cx="11091672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C3A2C"/>
                </a:solidFill>
                <a:latin typeface="맑은 고딕"/>
                <a:ea typeface="맑은 고딕"/>
              </a:rPr>
              <a:t>■ 바이럴 · 전환</a:t>
            </a:r>
          </a:p>
        </p:txBody>
      </p:sp>
      <p:sp>
        <p:nvSpPr>
          <p:cNvPr id="207" name="Rectangle 206"/>
          <p:cNvSpPr/>
          <p:nvPr/>
        </p:nvSpPr>
        <p:spPr>
          <a:xfrm>
            <a:off x="502920" y="4754880"/>
            <a:ext cx="25146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TextBox 207"/>
          <p:cNvSpPr txBox="1"/>
          <p:nvPr/>
        </p:nvSpPr>
        <p:spPr>
          <a:xfrm>
            <a:off x="576072" y="4754880"/>
            <a:ext cx="242316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파워페이지</a:t>
            </a:r>
          </a:p>
          <a:p>
            <a:pPr algn="l">
              <a:lnSpc>
                <a:spcPct val="100000"/>
              </a:lnSpc>
            </a:pPr>
            <a:r>
              <a:rPr sz="750" b="0">
                <a:solidFill>
                  <a:srgbClr val="8A8A86"/>
                </a:solidFill>
                <a:latin typeface="맑은 고딕"/>
                <a:ea typeface="맑은 고딕"/>
              </a:rPr>
              <a:t>750,000원</a:t>
            </a:r>
          </a:p>
        </p:txBody>
      </p:sp>
      <p:sp>
        <p:nvSpPr>
          <p:cNvPr id="209" name="Rectangle 208"/>
          <p:cNvSpPr/>
          <p:nvPr/>
        </p:nvSpPr>
        <p:spPr>
          <a:xfrm>
            <a:off x="3017520" y="4754880"/>
            <a:ext cx="1188720" cy="219456"/>
          </a:xfrm>
          <a:prstGeom prst="rect">
            <a:avLst/>
          </a:prstGeom>
          <a:solidFill>
            <a:srgbClr val="FBFBFA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TextBox 209"/>
          <p:cNvSpPr txBox="1"/>
          <p:nvPr/>
        </p:nvSpPr>
        <p:spPr>
          <a:xfrm>
            <a:off x="3017520" y="4754880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BDBDB8"/>
                </a:solidFill>
                <a:latin typeface="맑은 고딕"/>
                <a:ea typeface="맑은 고딕"/>
              </a:rPr>
              <a:t>-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4206240" y="4754880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TextBox 211"/>
          <p:cNvSpPr txBox="1"/>
          <p:nvPr/>
        </p:nvSpPr>
        <p:spPr>
          <a:xfrm>
            <a:off x="4206240" y="4754880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213" name="Rectangle 212"/>
          <p:cNvSpPr/>
          <p:nvPr/>
        </p:nvSpPr>
        <p:spPr>
          <a:xfrm>
            <a:off x="5394960" y="4754880"/>
            <a:ext cx="1188720" cy="219456"/>
          </a:xfrm>
          <a:prstGeom prst="rect">
            <a:avLst/>
          </a:prstGeom>
          <a:solidFill>
            <a:srgbClr val="FBFBFA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TextBox 213"/>
          <p:cNvSpPr txBox="1"/>
          <p:nvPr/>
        </p:nvSpPr>
        <p:spPr>
          <a:xfrm>
            <a:off x="5394960" y="4754880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BDBDB8"/>
                </a:solidFill>
                <a:latin typeface="맑은 고딕"/>
                <a:ea typeface="맑은 고딕"/>
              </a:rPr>
              <a:t>-</a:t>
            </a:r>
          </a:p>
        </p:txBody>
      </p:sp>
      <p:sp>
        <p:nvSpPr>
          <p:cNvPr id="215" name="Rectangle 214"/>
          <p:cNvSpPr/>
          <p:nvPr/>
        </p:nvSpPr>
        <p:spPr>
          <a:xfrm>
            <a:off x="6583680" y="4754880"/>
            <a:ext cx="1188720" cy="219456"/>
          </a:xfrm>
          <a:prstGeom prst="rect">
            <a:avLst/>
          </a:prstGeom>
          <a:solidFill>
            <a:srgbClr val="FBFBFA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TextBox 215"/>
          <p:cNvSpPr txBox="1"/>
          <p:nvPr/>
        </p:nvSpPr>
        <p:spPr>
          <a:xfrm>
            <a:off x="6583680" y="4754880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BDBDB8"/>
                </a:solidFill>
                <a:latin typeface="맑은 고딕"/>
                <a:ea typeface="맑은 고딕"/>
              </a:rPr>
              <a:t>-</a:t>
            </a:r>
          </a:p>
        </p:txBody>
      </p:sp>
      <p:sp>
        <p:nvSpPr>
          <p:cNvPr id="217" name="Rectangle 216"/>
          <p:cNvSpPr/>
          <p:nvPr/>
        </p:nvSpPr>
        <p:spPr>
          <a:xfrm>
            <a:off x="7772400" y="4754880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TextBox 217"/>
          <p:cNvSpPr txBox="1"/>
          <p:nvPr/>
        </p:nvSpPr>
        <p:spPr>
          <a:xfrm>
            <a:off x="7772400" y="4754880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219" name="Rectangle 218"/>
          <p:cNvSpPr/>
          <p:nvPr/>
        </p:nvSpPr>
        <p:spPr>
          <a:xfrm>
            <a:off x="8961120" y="4754880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TextBox 219"/>
          <p:cNvSpPr txBox="1"/>
          <p:nvPr/>
        </p:nvSpPr>
        <p:spPr>
          <a:xfrm>
            <a:off x="8961120" y="4754880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221" name="Rectangle 220"/>
          <p:cNvSpPr/>
          <p:nvPr/>
        </p:nvSpPr>
        <p:spPr>
          <a:xfrm>
            <a:off x="10149840" y="4754880"/>
            <a:ext cx="1536192" cy="219456"/>
          </a:xfrm>
          <a:prstGeom prst="rect">
            <a:avLst/>
          </a:prstGeom>
          <a:solidFill>
            <a:srgbClr val="F2F4EC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TextBox 221"/>
          <p:cNvSpPr txBox="1"/>
          <p:nvPr/>
        </p:nvSpPr>
        <p:spPr>
          <a:xfrm>
            <a:off x="10149840" y="4754880"/>
            <a:ext cx="1536192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A1A1A"/>
                </a:solidFill>
                <a:latin typeface="맑은 고딕"/>
                <a:ea typeface="맑은 고딕"/>
              </a:rPr>
              <a:t>6</a:t>
            </a:r>
          </a:p>
        </p:txBody>
      </p:sp>
      <p:sp>
        <p:nvSpPr>
          <p:cNvPr id="223" name="Rectangle 222"/>
          <p:cNvSpPr/>
          <p:nvPr/>
        </p:nvSpPr>
        <p:spPr>
          <a:xfrm>
            <a:off x="502920" y="4974336"/>
            <a:ext cx="25146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TextBox 223"/>
          <p:cNvSpPr txBox="1"/>
          <p:nvPr/>
        </p:nvSpPr>
        <p:spPr>
          <a:xfrm>
            <a:off x="576072" y="4974336"/>
            <a:ext cx="242316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커뮤니티 체험단</a:t>
            </a:r>
          </a:p>
          <a:p>
            <a:pPr algn="l">
              <a:lnSpc>
                <a:spcPct val="100000"/>
              </a:lnSpc>
            </a:pPr>
            <a:r>
              <a:rPr sz="750" b="0">
                <a:solidFill>
                  <a:srgbClr val="8A8A86"/>
                </a:solidFill>
                <a:latin typeface="맑은 고딕"/>
                <a:ea typeface="맑은 고딕"/>
              </a:rPr>
              <a:t>4,300,000원</a:t>
            </a:r>
          </a:p>
        </p:txBody>
      </p:sp>
      <p:sp>
        <p:nvSpPr>
          <p:cNvPr id="225" name="Rectangle 224"/>
          <p:cNvSpPr/>
          <p:nvPr/>
        </p:nvSpPr>
        <p:spPr>
          <a:xfrm>
            <a:off x="3017520" y="4974336"/>
            <a:ext cx="1188720" cy="219456"/>
          </a:xfrm>
          <a:prstGeom prst="rect">
            <a:avLst/>
          </a:prstGeom>
          <a:solidFill>
            <a:srgbClr val="FBFBFA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TextBox 225"/>
          <p:cNvSpPr txBox="1"/>
          <p:nvPr/>
        </p:nvSpPr>
        <p:spPr>
          <a:xfrm>
            <a:off x="3017520" y="4974336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BDBDB8"/>
                </a:solidFill>
                <a:latin typeface="맑은 고딕"/>
                <a:ea typeface="맑은 고딕"/>
              </a:rPr>
              <a:t>-</a:t>
            </a:r>
          </a:p>
        </p:txBody>
      </p:sp>
      <p:sp>
        <p:nvSpPr>
          <p:cNvPr id="227" name="Rectangle 226"/>
          <p:cNvSpPr/>
          <p:nvPr/>
        </p:nvSpPr>
        <p:spPr>
          <a:xfrm>
            <a:off x="4206240" y="4974336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TextBox 227"/>
          <p:cNvSpPr txBox="1"/>
          <p:nvPr/>
        </p:nvSpPr>
        <p:spPr>
          <a:xfrm>
            <a:off x="4206240" y="4974336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229" name="Rectangle 228"/>
          <p:cNvSpPr/>
          <p:nvPr/>
        </p:nvSpPr>
        <p:spPr>
          <a:xfrm>
            <a:off x="5394960" y="4974336"/>
            <a:ext cx="1188720" cy="219456"/>
          </a:xfrm>
          <a:prstGeom prst="rect">
            <a:avLst/>
          </a:prstGeom>
          <a:solidFill>
            <a:srgbClr val="FBFBFA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TextBox 229"/>
          <p:cNvSpPr txBox="1"/>
          <p:nvPr/>
        </p:nvSpPr>
        <p:spPr>
          <a:xfrm>
            <a:off x="5394960" y="4974336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BDBDB8"/>
                </a:solidFill>
                <a:latin typeface="맑은 고딕"/>
                <a:ea typeface="맑은 고딕"/>
              </a:rPr>
              <a:t>-</a:t>
            </a:r>
          </a:p>
        </p:txBody>
      </p:sp>
      <p:sp>
        <p:nvSpPr>
          <p:cNvPr id="231" name="Rectangle 230"/>
          <p:cNvSpPr/>
          <p:nvPr/>
        </p:nvSpPr>
        <p:spPr>
          <a:xfrm>
            <a:off x="6583680" y="4974336"/>
            <a:ext cx="1188720" cy="219456"/>
          </a:xfrm>
          <a:prstGeom prst="rect">
            <a:avLst/>
          </a:prstGeom>
          <a:solidFill>
            <a:srgbClr val="FBFBFA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TextBox 231"/>
          <p:cNvSpPr txBox="1"/>
          <p:nvPr/>
        </p:nvSpPr>
        <p:spPr>
          <a:xfrm>
            <a:off x="6583680" y="4974336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BDBDB8"/>
                </a:solidFill>
                <a:latin typeface="맑은 고딕"/>
                <a:ea typeface="맑은 고딕"/>
              </a:rPr>
              <a:t>-</a:t>
            </a:r>
          </a:p>
        </p:txBody>
      </p:sp>
      <p:sp>
        <p:nvSpPr>
          <p:cNvPr id="233" name="Rectangle 232"/>
          <p:cNvSpPr/>
          <p:nvPr/>
        </p:nvSpPr>
        <p:spPr>
          <a:xfrm>
            <a:off x="7772400" y="4974336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TextBox 233"/>
          <p:cNvSpPr txBox="1"/>
          <p:nvPr/>
        </p:nvSpPr>
        <p:spPr>
          <a:xfrm>
            <a:off x="7772400" y="4974336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235" name="Rectangle 234"/>
          <p:cNvSpPr/>
          <p:nvPr/>
        </p:nvSpPr>
        <p:spPr>
          <a:xfrm>
            <a:off x="8961120" y="4974336"/>
            <a:ext cx="1188720" cy="219456"/>
          </a:xfrm>
          <a:prstGeom prst="rect">
            <a:avLst/>
          </a:prstGeom>
          <a:solidFill>
            <a:srgbClr val="FBFBFA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TextBox 235"/>
          <p:cNvSpPr txBox="1"/>
          <p:nvPr/>
        </p:nvSpPr>
        <p:spPr>
          <a:xfrm>
            <a:off x="8961120" y="4974336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BDBDB8"/>
                </a:solidFill>
                <a:latin typeface="맑은 고딕"/>
                <a:ea typeface="맑은 고딕"/>
              </a:rPr>
              <a:t>-</a:t>
            </a:r>
          </a:p>
        </p:txBody>
      </p:sp>
      <p:sp>
        <p:nvSpPr>
          <p:cNvPr id="237" name="Rectangle 236"/>
          <p:cNvSpPr/>
          <p:nvPr/>
        </p:nvSpPr>
        <p:spPr>
          <a:xfrm>
            <a:off x="10149840" y="4974336"/>
            <a:ext cx="1536192" cy="219456"/>
          </a:xfrm>
          <a:prstGeom prst="rect">
            <a:avLst/>
          </a:prstGeom>
          <a:solidFill>
            <a:srgbClr val="F2F4EC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TextBox 237"/>
          <p:cNvSpPr txBox="1"/>
          <p:nvPr/>
        </p:nvSpPr>
        <p:spPr>
          <a:xfrm>
            <a:off x="10149840" y="4974336"/>
            <a:ext cx="1536192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A1A1A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239" name="Rectangle 238"/>
          <p:cNvSpPr/>
          <p:nvPr/>
        </p:nvSpPr>
        <p:spPr>
          <a:xfrm>
            <a:off x="502920" y="5193792"/>
            <a:ext cx="25146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TextBox 239"/>
          <p:cNvSpPr txBox="1"/>
          <p:nvPr/>
        </p:nvSpPr>
        <p:spPr>
          <a:xfrm>
            <a:off x="576072" y="5193792"/>
            <a:ext cx="242316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챌린저스</a:t>
            </a:r>
          </a:p>
          <a:p>
            <a:pPr algn="l">
              <a:lnSpc>
                <a:spcPct val="100000"/>
              </a:lnSpc>
            </a:pPr>
            <a:r>
              <a:rPr sz="750" b="0">
                <a:solidFill>
                  <a:srgbClr val="8A8A86"/>
                </a:solidFill>
                <a:latin typeface="맑은 고딕"/>
                <a:ea typeface="맑은 고딕"/>
              </a:rPr>
              <a:t>4,800,000원</a:t>
            </a:r>
          </a:p>
        </p:txBody>
      </p:sp>
      <p:sp>
        <p:nvSpPr>
          <p:cNvPr id="241" name="Rectangle 240"/>
          <p:cNvSpPr/>
          <p:nvPr/>
        </p:nvSpPr>
        <p:spPr>
          <a:xfrm>
            <a:off x="3017520" y="5193792"/>
            <a:ext cx="1188720" cy="219456"/>
          </a:xfrm>
          <a:prstGeom prst="rect">
            <a:avLst/>
          </a:prstGeom>
          <a:solidFill>
            <a:srgbClr val="FBFBFA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TextBox 241"/>
          <p:cNvSpPr txBox="1"/>
          <p:nvPr/>
        </p:nvSpPr>
        <p:spPr>
          <a:xfrm>
            <a:off x="3017520" y="5193792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BDBDB8"/>
                </a:solidFill>
                <a:latin typeface="맑은 고딕"/>
                <a:ea typeface="맑은 고딕"/>
              </a:rPr>
              <a:t>-</a:t>
            </a:r>
          </a:p>
        </p:txBody>
      </p:sp>
      <p:sp>
        <p:nvSpPr>
          <p:cNvPr id="243" name="Rectangle 242"/>
          <p:cNvSpPr/>
          <p:nvPr/>
        </p:nvSpPr>
        <p:spPr>
          <a:xfrm>
            <a:off x="4206240" y="5193792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TextBox 243"/>
          <p:cNvSpPr txBox="1"/>
          <p:nvPr/>
        </p:nvSpPr>
        <p:spPr>
          <a:xfrm>
            <a:off x="4206240" y="5193792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245" name="Rectangle 244"/>
          <p:cNvSpPr/>
          <p:nvPr/>
        </p:nvSpPr>
        <p:spPr>
          <a:xfrm>
            <a:off x="5394960" y="5193792"/>
            <a:ext cx="1188720" cy="219456"/>
          </a:xfrm>
          <a:prstGeom prst="rect">
            <a:avLst/>
          </a:prstGeom>
          <a:solidFill>
            <a:srgbClr val="FBFBFA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TextBox 245"/>
          <p:cNvSpPr txBox="1"/>
          <p:nvPr/>
        </p:nvSpPr>
        <p:spPr>
          <a:xfrm>
            <a:off x="5394960" y="5193792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BDBDB8"/>
                </a:solidFill>
                <a:latin typeface="맑은 고딕"/>
                <a:ea typeface="맑은 고딕"/>
              </a:rPr>
              <a:t>-</a:t>
            </a:r>
          </a:p>
        </p:txBody>
      </p:sp>
      <p:sp>
        <p:nvSpPr>
          <p:cNvPr id="247" name="Rectangle 246"/>
          <p:cNvSpPr/>
          <p:nvPr/>
        </p:nvSpPr>
        <p:spPr>
          <a:xfrm>
            <a:off x="6583680" y="5193792"/>
            <a:ext cx="1188720" cy="219456"/>
          </a:xfrm>
          <a:prstGeom prst="rect">
            <a:avLst/>
          </a:prstGeom>
          <a:solidFill>
            <a:srgbClr val="FBFBFA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TextBox 247"/>
          <p:cNvSpPr txBox="1"/>
          <p:nvPr/>
        </p:nvSpPr>
        <p:spPr>
          <a:xfrm>
            <a:off x="6583680" y="5193792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BDBDB8"/>
                </a:solidFill>
                <a:latin typeface="맑은 고딕"/>
                <a:ea typeface="맑은 고딕"/>
              </a:rPr>
              <a:t>-</a:t>
            </a:r>
          </a:p>
        </p:txBody>
      </p:sp>
      <p:sp>
        <p:nvSpPr>
          <p:cNvPr id="249" name="Rectangle 248"/>
          <p:cNvSpPr/>
          <p:nvPr/>
        </p:nvSpPr>
        <p:spPr>
          <a:xfrm>
            <a:off x="7772400" y="5193792"/>
            <a:ext cx="1188720" cy="219456"/>
          </a:xfrm>
          <a:prstGeom prst="rect">
            <a:avLst/>
          </a:prstGeom>
          <a:solidFill>
            <a:srgbClr val="464646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TextBox 249"/>
          <p:cNvSpPr txBox="1"/>
          <p:nvPr/>
        </p:nvSpPr>
        <p:spPr>
          <a:xfrm>
            <a:off x="7772400" y="5193792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1">
                <a:solidFill>
                  <a:srgbClr val="FFFFFF"/>
                </a:solidFill>
                <a:latin typeface="맑은 고딕"/>
                <a:ea typeface="맑은 고딕"/>
              </a:rPr>
              <a:t>1</a:t>
            </a:r>
          </a:p>
        </p:txBody>
      </p:sp>
      <p:sp>
        <p:nvSpPr>
          <p:cNvPr id="251" name="Rectangle 250"/>
          <p:cNvSpPr/>
          <p:nvPr/>
        </p:nvSpPr>
        <p:spPr>
          <a:xfrm>
            <a:off x="8961120" y="5193792"/>
            <a:ext cx="1188720" cy="219456"/>
          </a:xfrm>
          <a:prstGeom prst="rect">
            <a:avLst/>
          </a:prstGeom>
          <a:solidFill>
            <a:srgbClr val="FBFBFA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TextBox 251"/>
          <p:cNvSpPr txBox="1"/>
          <p:nvPr/>
        </p:nvSpPr>
        <p:spPr>
          <a:xfrm>
            <a:off x="8961120" y="5193792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900" b="0">
                <a:solidFill>
                  <a:srgbClr val="BDBDB8"/>
                </a:solidFill>
                <a:latin typeface="맑은 고딕"/>
                <a:ea typeface="맑은 고딕"/>
              </a:rPr>
              <a:t>-</a:t>
            </a:r>
          </a:p>
        </p:txBody>
      </p:sp>
      <p:sp>
        <p:nvSpPr>
          <p:cNvPr id="253" name="Rectangle 252"/>
          <p:cNvSpPr/>
          <p:nvPr/>
        </p:nvSpPr>
        <p:spPr>
          <a:xfrm>
            <a:off x="10149840" y="5193792"/>
            <a:ext cx="1536192" cy="219456"/>
          </a:xfrm>
          <a:prstGeom prst="rect">
            <a:avLst/>
          </a:prstGeom>
          <a:solidFill>
            <a:srgbClr val="F2F4EC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TextBox 253"/>
          <p:cNvSpPr txBox="1"/>
          <p:nvPr/>
        </p:nvSpPr>
        <p:spPr>
          <a:xfrm>
            <a:off x="10149840" y="5193792"/>
            <a:ext cx="1536192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A1A1A"/>
                </a:solidFill>
                <a:latin typeface="맑은 고딕"/>
                <a:ea typeface="맑은 고딕"/>
              </a:rPr>
              <a:t>2</a:t>
            </a:r>
          </a:p>
        </p:txBody>
      </p:sp>
      <p:sp>
        <p:nvSpPr>
          <p:cNvPr id="255" name="Rectangle 254"/>
          <p:cNvSpPr/>
          <p:nvPr/>
        </p:nvSpPr>
        <p:spPr>
          <a:xfrm>
            <a:off x="502920" y="5413248"/>
            <a:ext cx="11183112" cy="219456"/>
          </a:xfrm>
          <a:prstGeom prst="rect">
            <a:avLst/>
          </a:prstGeom>
          <a:solidFill>
            <a:srgbClr val="ECEFE4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TextBox 255"/>
          <p:cNvSpPr txBox="1"/>
          <p:nvPr/>
        </p:nvSpPr>
        <p:spPr>
          <a:xfrm>
            <a:off x="576072" y="5413248"/>
            <a:ext cx="11091672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>
                <a:solidFill>
                  <a:srgbClr val="2C3A2C"/>
                </a:solidFill>
                <a:latin typeface="맑은 고딕"/>
                <a:ea typeface="맑은 고딕"/>
              </a:rPr>
              <a:t>■ 솔루션</a:t>
            </a:r>
          </a:p>
        </p:txBody>
      </p:sp>
      <p:sp>
        <p:nvSpPr>
          <p:cNvPr id="257" name="Rectangle 256"/>
          <p:cNvSpPr/>
          <p:nvPr/>
        </p:nvSpPr>
        <p:spPr>
          <a:xfrm>
            <a:off x="502920" y="5632704"/>
            <a:ext cx="251460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TextBox 257"/>
          <p:cNvSpPr txBox="1"/>
          <p:nvPr/>
        </p:nvSpPr>
        <p:spPr>
          <a:xfrm>
            <a:off x="576072" y="5632704"/>
            <a:ext cx="242316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1">
                <a:solidFill>
                  <a:srgbClr val="1A1A1A"/>
                </a:solidFill>
                <a:latin typeface="맑은 고딕"/>
                <a:ea typeface="맑은 고딕"/>
              </a:rPr>
              <a:t>스프레이ai 솔루션</a:t>
            </a:r>
          </a:p>
          <a:p>
            <a:pPr algn="l">
              <a:lnSpc>
                <a:spcPct val="100000"/>
              </a:lnSpc>
            </a:pPr>
            <a:r>
              <a:rPr sz="750" b="0">
                <a:solidFill>
                  <a:srgbClr val="8A8A86"/>
                </a:solidFill>
                <a:latin typeface="맑은 고딕"/>
                <a:ea typeface="맑은 고딕"/>
              </a:rPr>
              <a:t>23,333원</a:t>
            </a:r>
          </a:p>
        </p:txBody>
      </p:sp>
      <p:sp>
        <p:nvSpPr>
          <p:cNvPr id="259" name="Rectangle 258"/>
          <p:cNvSpPr/>
          <p:nvPr/>
        </p:nvSpPr>
        <p:spPr>
          <a:xfrm>
            <a:off x="3017520" y="5632704"/>
            <a:ext cx="1188720" cy="219456"/>
          </a:xfrm>
          <a:prstGeom prst="rect">
            <a:avLst/>
          </a:prstGeom>
          <a:solidFill>
            <a:srgbClr val="6E6E6A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TextBox 259"/>
          <p:cNvSpPr txBox="1"/>
          <p:nvPr/>
        </p:nvSpPr>
        <p:spPr>
          <a:xfrm>
            <a:off x="3017520" y="5632704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●</a:t>
            </a:r>
          </a:p>
        </p:txBody>
      </p:sp>
      <p:sp>
        <p:nvSpPr>
          <p:cNvPr id="261" name="Rectangle 260"/>
          <p:cNvSpPr/>
          <p:nvPr/>
        </p:nvSpPr>
        <p:spPr>
          <a:xfrm>
            <a:off x="4206240" y="5632704"/>
            <a:ext cx="1188720" cy="219456"/>
          </a:xfrm>
          <a:prstGeom prst="rect">
            <a:avLst/>
          </a:prstGeom>
          <a:solidFill>
            <a:srgbClr val="6E6E6A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TextBox 261"/>
          <p:cNvSpPr txBox="1"/>
          <p:nvPr/>
        </p:nvSpPr>
        <p:spPr>
          <a:xfrm>
            <a:off x="4206240" y="5632704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●</a:t>
            </a:r>
          </a:p>
        </p:txBody>
      </p:sp>
      <p:sp>
        <p:nvSpPr>
          <p:cNvPr id="263" name="Rectangle 262"/>
          <p:cNvSpPr/>
          <p:nvPr/>
        </p:nvSpPr>
        <p:spPr>
          <a:xfrm>
            <a:off x="5394960" y="5632704"/>
            <a:ext cx="1188720" cy="219456"/>
          </a:xfrm>
          <a:prstGeom prst="rect">
            <a:avLst/>
          </a:prstGeom>
          <a:solidFill>
            <a:srgbClr val="6E6E6A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TextBox 263"/>
          <p:cNvSpPr txBox="1"/>
          <p:nvPr/>
        </p:nvSpPr>
        <p:spPr>
          <a:xfrm>
            <a:off x="5394960" y="5632704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●</a:t>
            </a:r>
          </a:p>
        </p:txBody>
      </p:sp>
      <p:sp>
        <p:nvSpPr>
          <p:cNvPr id="265" name="Rectangle 264"/>
          <p:cNvSpPr/>
          <p:nvPr/>
        </p:nvSpPr>
        <p:spPr>
          <a:xfrm>
            <a:off x="6583680" y="5632704"/>
            <a:ext cx="1188720" cy="219456"/>
          </a:xfrm>
          <a:prstGeom prst="rect">
            <a:avLst/>
          </a:prstGeom>
          <a:solidFill>
            <a:srgbClr val="6E6E6A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TextBox 265"/>
          <p:cNvSpPr txBox="1"/>
          <p:nvPr/>
        </p:nvSpPr>
        <p:spPr>
          <a:xfrm>
            <a:off x="6583680" y="5632704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●</a:t>
            </a:r>
          </a:p>
        </p:txBody>
      </p:sp>
      <p:sp>
        <p:nvSpPr>
          <p:cNvPr id="267" name="Rectangle 266"/>
          <p:cNvSpPr/>
          <p:nvPr/>
        </p:nvSpPr>
        <p:spPr>
          <a:xfrm>
            <a:off x="7772400" y="5632704"/>
            <a:ext cx="1188720" cy="219456"/>
          </a:xfrm>
          <a:prstGeom prst="rect">
            <a:avLst/>
          </a:prstGeom>
          <a:solidFill>
            <a:srgbClr val="6E6E6A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TextBox 267"/>
          <p:cNvSpPr txBox="1"/>
          <p:nvPr/>
        </p:nvSpPr>
        <p:spPr>
          <a:xfrm>
            <a:off x="7772400" y="5632704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●</a:t>
            </a:r>
          </a:p>
        </p:txBody>
      </p:sp>
      <p:sp>
        <p:nvSpPr>
          <p:cNvPr id="269" name="Rectangle 268"/>
          <p:cNvSpPr/>
          <p:nvPr/>
        </p:nvSpPr>
        <p:spPr>
          <a:xfrm>
            <a:off x="8961120" y="5632704"/>
            <a:ext cx="1188720" cy="219456"/>
          </a:xfrm>
          <a:prstGeom prst="rect">
            <a:avLst/>
          </a:prstGeom>
          <a:solidFill>
            <a:srgbClr val="6E6E6A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8961120" y="5632704"/>
            <a:ext cx="1188720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FFFFFF"/>
                </a:solidFill>
                <a:latin typeface="맑은 고딕"/>
                <a:ea typeface="맑은 고딕"/>
              </a:rPr>
              <a:t>●</a:t>
            </a:r>
          </a:p>
        </p:txBody>
      </p:sp>
      <p:sp>
        <p:nvSpPr>
          <p:cNvPr id="271" name="Rectangle 270"/>
          <p:cNvSpPr/>
          <p:nvPr/>
        </p:nvSpPr>
        <p:spPr>
          <a:xfrm>
            <a:off x="10149840" y="5632704"/>
            <a:ext cx="1536192" cy="219456"/>
          </a:xfrm>
          <a:prstGeom prst="rect">
            <a:avLst/>
          </a:prstGeom>
          <a:solidFill>
            <a:srgbClr val="F2F4EC"/>
          </a:solidFill>
          <a:ln w="6350">
            <a:solidFill>
              <a:srgbClr val="D2D2C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2" name="TextBox 271"/>
          <p:cNvSpPr txBox="1"/>
          <p:nvPr/>
        </p:nvSpPr>
        <p:spPr>
          <a:xfrm>
            <a:off x="10149840" y="5632704"/>
            <a:ext cx="1536192" cy="21945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1">
                <a:solidFill>
                  <a:srgbClr val="1A1A1A"/>
                </a:solidFill>
                <a:latin typeface="맑은 고딕"/>
                <a:ea typeface="맑은 고딕"/>
              </a:rPr>
              <a:t>6 (상시)</a:t>
            </a:r>
          </a:p>
        </p:txBody>
      </p:sp>
      <p:sp>
        <p:nvSpPr>
          <p:cNvPr id="273" name="Rectangle 272"/>
          <p:cNvSpPr/>
          <p:nvPr/>
        </p:nvSpPr>
        <p:spPr>
          <a:xfrm>
            <a:off x="502920" y="5897880"/>
            <a:ext cx="2514600" cy="402336"/>
          </a:xfrm>
          <a:prstGeom prst="rect">
            <a:avLst/>
          </a:prstGeom>
          <a:solidFill>
            <a:srgbClr val="202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502920" y="5897880"/>
            <a:ext cx="2423160" cy="40233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1100" b="1">
                <a:solidFill>
                  <a:srgbClr val="FFFFFF"/>
                </a:solidFill>
                <a:latin typeface="맑은 고딕"/>
                <a:ea typeface="맑은 고딕"/>
              </a:rPr>
              <a:t>월 예산 비중 / 금액</a:t>
            </a:r>
          </a:p>
        </p:txBody>
      </p:sp>
      <p:sp>
        <p:nvSpPr>
          <p:cNvPr id="275" name="Rectangle 274"/>
          <p:cNvSpPr/>
          <p:nvPr/>
        </p:nvSpPr>
        <p:spPr>
          <a:xfrm>
            <a:off x="3017520" y="5897880"/>
            <a:ext cx="1188720" cy="402336"/>
          </a:xfrm>
          <a:prstGeom prst="rect">
            <a:avLst/>
          </a:prstGeom>
          <a:solidFill>
            <a:srgbClr val="676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6" name="TextBox 275"/>
          <p:cNvSpPr txBox="1"/>
          <p:nvPr/>
        </p:nvSpPr>
        <p:spPr>
          <a:xfrm>
            <a:off x="3017520" y="5897880"/>
            <a:ext cx="1188720" cy="40233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12%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DADAD6"/>
                </a:solidFill>
                <a:latin typeface="맑은 고딕"/>
                <a:ea typeface="맑은 고딕"/>
              </a:rPr>
              <a:t>2,894만</a:t>
            </a:r>
          </a:p>
        </p:txBody>
      </p:sp>
      <p:sp>
        <p:nvSpPr>
          <p:cNvPr id="277" name="Rectangle 276"/>
          <p:cNvSpPr/>
          <p:nvPr/>
        </p:nvSpPr>
        <p:spPr>
          <a:xfrm>
            <a:off x="4206240" y="5897880"/>
            <a:ext cx="1188720" cy="402336"/>
          </a:xfrm>
          <a:prstGeom prst="rect">
            <a:avLst/>
          </a:prstGeom>
          <a:solidFill>
            <a:srgbClr val="575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4206240" y="5897880"/>
            <a:ext cx="1188720" cy="40233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23%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DADAD6"/>
                </a:solidFill>
                <a:latin typeface="맑은 고딕"/>
                <a:ea typeface="맑은 고딕"/>
              </a:rPr>
              <a:t>5,714만</a:t>
            </a:r>
          </a:p>
        </p:txBody>
      </p:sp>
      <p:sp>
        <p:nvSpPr>
          <p:cNvPr id="279" name="Rectangle 278"/>
          <p:cNvSpPr/>
          <p:nvPr/>
        </p:nvSpPr>
        <p:spPr>
          <a:xfrm>
            <a:off x="5394960" y="5897880"/>
            <a:ext cx="1188720" cy="402336"/>
          </a:xfrm>
          <a:prstGeom prst="rect">
            <a:avLst/>
          </a:prstGeom>
          <a:solidFill>
            <a:srgbClr val="676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0" name="TextBox 279"/>
          <p:cNvSpPr txBox="1"/>
          <p:nvPr/>
        </p:nvSpPr>
        <p:spPr>
          <a:xfrm>
            <a:off x="5394960" y="5897880"/>
            <a:ext cx="1188720" cy="40233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12%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DADAD6"/>
                </a:solidFill>
                <a:latin typeface="맑은 고딕"/>
                <a:ea typeface="맑은 고딕"/>
              </a:rPr>
              <a:t>3,116만</a:t>
            </a:r>
          </a:p>
        </p:txBody>
      </p:sp>
      <p:sp>
        <p:nvSpPr>
          <p:cNvPr id="281" name="Rectangle 280"/>
          <p:cNvSpPr/>
          <p:nvPr/>
        </p:nvSpPr>
        <p:spPr>
          <a:xfrm>
            <a:off x="6583680" y="5897880"/>
            <a:ext cx="1188720" cy="402336"/>
          </a:xfrm>
          <a:prstGeom prst="rect">
            <a:avLst/>
          </a:prstGeom>
          <a:solidFill>
            <a:srgbClr val="67676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6583680" y="5897880"/>
            <a:ext cx="1188720" cy="40233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12%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DADAD6"/>
                </a:solidFill>
                <a:latin typeface="맑은 고딕"/>
                <a:ea typeface="맑은 고딕"/>
              </a:rPr>
              <a:t>2,894만</a:t>
            </a:r>
          </a:p>
        </p:txBody>
      </p:sp>
      <p:sp>
        <p:nvSpPr>
          <p:cNvPr id="283" name="Rectangle 282"/>
          <p:cNvSpPr/>
          <p:nvPr/>
        </p:nvSpPr>
        <p:spPr>
          <a:xfrm>
            <a:off x="7772400" y="5897880"/>
            <a:ext cx="1188720" cy="402336"/>
          </a:xfrm>
          <a:prstGeom prst="rect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4" name="TextBox 283"/>
          <p:cNvSpPr txBox="1"/>
          <p:nvPr/>
        </p:nvSpPr>
        <p:spPr>
          <a:xfrm>
            <a:off x="7772400" y="5897880"/>
            <a:ext cx="1188720" cy="40233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22%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DADAD6"/>
                </a:solidFill>
                <a:latin typeface="맑은 고딕"/>
                <a:ea typeface="맑은 고딕"/>
              </a:rPr>
              <a:t>5,576만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8961120" y="5897880"/>
            <a:ext cx="1188720" cy="402336"/>
          </a:xfrm>
          <a:prstGeom prst="rect">
            <a:avLst/>
          </a:prstGeom>
          <a:solidFill>
            <a:srgbClr val="5D5D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8961120" y="5897880"/>
            <a:ext cx="1188720" cy="40233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300" b="1">
                <a:solidFill>
                  <a:srgbClr val="FFFFFF"/>
                </a:solidFill>
                <a:latin typeface="맑은 고딕"/>
                <a:ea typeface="맑은 고딕"/>
              </a:rPr>
              <a:t>19%</a:t>
            </a:r>
          </a:p>
          <a:p>
            <a:pPr algn="ctr">
              <a:lnSpc>
                <a:spcPct val="100000"/>
              </a:lnSpc>
            </a:pPr>
            <a:r>
              <a:rPr sz="850" b="0">
                <a:solidFill>
                  <a:srgbClr val="DADAD6"/>
                </a:solidFill>
                <a:latin typeface="맑은 고딕"/>
                <a:ea typeface="맑은 고딕"/>
              </a:rPr>
              <a:t>4,804만</a:t>
            </a:r>
          </a:p>
        </p:txBody>
      </p:sp>
      <p:sp>
        <p:nvSpPr>
          <p:cNvPr id="287" name="Rectangle 286"/>
          <p:cNvSpPr/>
          <p:nvPr/>
        </p:nvSpPr>
        <p:spPr>
          <a:xfrm>
            <a:off x="10149840" y="5897880"/>
            <a:ext cx="1536192" cy="402336"/>
          </a:xfrm>
          <a:prstGeom prst="rect">
            <a:avLst/>
          </a:prstGeom>
          <a:solidFill>
            <a:srgbClr val="0E5A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8" name="TextBox 287"/>
          <p:cNvSpPr txBox="1"/>
          <p:nvPr/>
        </p:nvSpPr>
        <p:spPr>
          <a:xfrm>
            <a:off x="10149840" y="5897880"/>
            <a:ext cx="1536192" cy="402336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FFFFFF"/>
                </a:solidFill>
                <a:latin typeface="맑은 고딕"/>
                <a:ea typeface="맑은 고딕"/>
              </a:rPr>
              <a:t>100% · 2.5억</a:t>
            </a:r>
          </a:p>
        </p:txBody>
      </p:sp>
      <p:cxnSp>
        <p:nvCxnSpPr>
          <p:cNvPr id="289" name="Connector 288"/>
          <p:cNvCxnSpPr/>
          <p:nvPr/>
        </p:nvCxnSpPr>
        <p:spPr>
          <a:xfrm>
            <a:off x="6583680" y="950976"/>
            <a:ext cx="0" cy="5349240"/>
          </a:xfrm>
          <a:prstGeom prst="line">
            <a:avLst/>
          </a:prstGeom>
          <a:ln w="17780">
            <a:solidFill>
              <a:srgbClr val="B5B5B0"/>
            </a:solidFill>
            <a:prstDash val="dash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0" name="TextBox 289"/>
          <p:cNvSpPr txBox="1"/>
          <p:nvPr/>
        </p:nvSpPr>
        <p:spPr>
          <a:xfrm>
            <a:off x="502920" y="6391656"/>
            <a:ext cx="6400800" cy="274320"/>
          </a:xfrm>
          <a:prstGeom prst="rect">
            <a:avLst/>
          </a:prstGeom>
          <a:noFill/>
        </p:spPr>
        <p:txBody>
          <a:bodyPr wrap="none" anchor="ctr" lIns="25400" rIns="2540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50" b="0">
                <a:solidFill>
                  <a:srgbClr val="9A9A95"/>
                </a:solidFill>
                <a:latin typeface="맑은 고딕"/>
                <a:ea typeface="맑은 고딕"/>
              </a:rPr>
              <a:t>총 견적 250,000,000원 (VAT 별도)  ·  건당 비용은 집행 단가 기준  ·  © 2026 BAT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